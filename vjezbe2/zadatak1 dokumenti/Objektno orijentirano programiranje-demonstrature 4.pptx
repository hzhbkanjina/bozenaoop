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7"/>
  </p:notesMasterIdLst>
  <p:sldIdLst>
    <p:sldId id="256" r:id="rId2"/>
    <p:sldId id="291" r:id="rId3"/>
    <p:sldId id="297" r:id="rId4"/>
    <p:sldId id="298" r:id="rId5"/>
    <p:sldId id="296" r:id="rId6"/>
  </p:sldIdLst>
  <p:sldSz cx="9144000" cy="5143500" type="screen16x9"/>
  <p:notesSz cx="6858000" cy="9144000"/>
  <p:embeddedFontLst>
    <p:embeddedFont>
      <p:font typeface="Lato" panose="020F0502020204030203" pitchFamily="34" charset="0"/>
      <p:regular r:id="rId8"/>
      <p:bold r:id="rId9"/>
      <p:italic r:id="rId10"/>
      <p:boldItalic r:id="rId11"/>
    </p:embeddedFont>
    <p:embeddedFont>
      <p:font typeface="Nunito Light" pitchFamily="2" charset="-18"/>
      <p:regular r:id="rId12"/>
      <p:italic r:id="rId13"/>
    </p:embeddedFont>
    <p:embeddedFont>
      <p:font typeface="Outfit" panose="020B0604020202020204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EA42DB4-F582-4500-A2AA-C1B04E62DAD4}">
  <a:tblStyle styleId="{EEA42DB4-F582-4500-A2AA-C1B04E62DAD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E1C4090-1EE3-48EC-A681-50194DD7B24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941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3703030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1ea854fff1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1ea854fff1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79558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3" name="Google Shape;3483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4" name="Google Shape;3484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49560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3" name="Google Shape;3483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4" name="Google Shape;3484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6288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3" name="Google Shape;3483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4" name="Google Shape;3484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6105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612200" y="1074300"/>
            <a:ext cx="5919600" cy="212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307600" y="3419449"/>
            <a:ext cx="4528800" cy="338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278550" y="-1422022"/>
            <a:ext cx="8608150" cy="6743469"/>
            <a:chOff x="278550" y="-1422022"/>
            <a:chExt cx="8608150" cy="6743469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278550" y="-780808"/>
              <a:ext cx="143400" cy="2454350"/>
              <a:chOff x="2436050" y="685625"/>
              <a:chExt cx="143400" cy="2454350"/>
            </a:xfrm>
          </p:grpSpPr>
          <p:grpSp>
            <p:nvGrpSpPr>
              <p:cNvPr id="13" name="Google Shape;13;p2"/>
              <p:cNvGrpSpPr/>
              <p:nvPr/>
            </p:nvGrpSpPr>
            <p:grpSpPr>
              <a:xfrm>
                <a:off x="2436050" y="685625"/>
                <a:ext cx="143400" cy="2454350"/>
                <a:chOff x="2436050" y="685625"/>
                <a:chExt cx="143400" cy="2454350"/>
              </a:xfrm>
            </p:grpSpPr>
            <p:sp>
              <p:nvSpPr>
                <p:cNvPr id="14" name="Google Shape;14;p2"/>
                <p:cNvSpPr/>
                <p:nvPr/>
              </p:nvSpPr>
              <p:spPr>
                <a:xfrm>
                  <a:off x="2436050" y="2996575"/>
                  <a:ext cx="143400" cy="1434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5" name="Google Shape;15;p2"/>
                <p:cNvSpPr/>
                <p:nvPr/>
              </p:nvSpPr>
              <p:spPr>
                <a:xfrm>
                  <a:off x="2444600" y="2785850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6" name="Google Shape;16;p2"/>
                <p:cNvSpPr/>
                <p:nvPr/>
              </p:nvSpPr>
              <p:spPr>
                <a:xfrm>
                  <a:off x="2444600" y="2575125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7" name="Google Shape;17;p2"/>
                <p:cNvSpPr/>
                <p:nvPr/>
              </p:nvSpPr>
              <p:spPr>
                <a:xfrm>
                  <a:off x="2444600" y="2364400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8" name="Google Shape;18;p2"/>
                <p:cNvSpPr/>
                <p:nvPr/>
              </p:nvSpPr>
              <p:spPr>
                <a:xfrm>
                  <a:off x="2448950" y="2153675"/>
                  <a:ext cx="117600" cy="1179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9" name="Google Shape;19;p2"/>
                <p:cNvSpPr/>
                <p:nvPr/>
              </p:nvSpPr>
              <p:spPr>
                <a:xfrm>
                  <a:off x="2448950" y="1942950"/>
                  <a:ext cx="117600" cy="1179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0" name="Google Shape;20;p2"/>
                <p:cNvSpPr/>
                <p:nvPr/>
              </p:nvSpPr>
              <p:spPr>
                <a:xfrm>
                  <a:off x="2451050" y="1732225"/>
                  <a:ext cx="113400" cy="1134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2453300" y="1521500"/>
                  <a:ext cx="108900" cy="1089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2458250" y="1315275"/>
                  <a:ext cx="99000" cy="990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3" name="Google Shape;23;p2"/>
                <p:cNvSpPr/>
                <p:nvPr/>
              </p:nvSpPr>
              <p:spPr>
                <a:xfrm>
                  <a:off x="2463050" y="1109050"/>
                  <a:ext cx="89400" cy="894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4" name="Google Shape;24;p2"/>
                <p:cNvSpPr/>
                <p:nvPr/>
              </p:nvSpPr>
              <p:spPr>
                <a:xfrm>
                  <a:off x="2463050" y="902825"/>
                  <a:ext cx="89400" cy="894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2468000" y="685625"/>
                  <a:ext cx="79500" cy="795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26" name="Google Shape;26;p2"/>
              <p:cNvGrpSpPr/>
              <p:nvPr/>
            </p:nvGrpSpPr>
            <p:grpSpPr>
              <a:xfrm>
                <a:off x="2436050" y="685625"/>
                <a:ext cx="143400" cy="2454350"/>
                <a:chOff x="2436050" y="685625"/>
                <a:chExt cx="143400" cy="2454350"/>
              </a:xfrm>
            </p:grpSpPr>
            <p:sp>
              <p:nvSpPr>
                <p:cNvPr id="27" name="Google Shape;27;p2"/>
                <p:cNvSpPr/>
                <p:nvPr/>
              </p:nvSpPr>
              <p:spPr>
                <a:xfrm>
                  <a:off x="2436050" y="2996575"/>
                  <a:ext cx="143400" cy="143400"/>
                </a:xfrm>
                <a:prstGeom prst="rect">
                  <a:avLst/>
                </a:prstGeom>
                <a:solidFill>
                  <a:srgbClr val="009F8C">
                    <a:alpha val="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8" name="Google Shape;28;p2"/>
                <p:cNvSpPr/>
                <p:nvPr/>
              </p:nvSpPr>
              <p:spPr>
                <a:xfrm>
                  <a:off x="2444600" y="2785850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" name="Google Shape;29;p2"/>
                <p:cNvSpPr/>
                <p:nvPr/>
              </p:nvSpPr>
              <p:spPr>
                <a:xfrm>
                  <a:off x="2444600" y="2575125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2444600" y="2364400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2448950" y="2153675"/>
                  <a:ext cx="117600" cy="11790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2448950" y="1942950"/>
                  <a:ext cx="117600" cy="11790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3" name="Google Shape;33;p2"/>
                <p:cNvSpPr/>
                <p:nvPr/>
              </p:nvSpPr>
              <p:spPr>
                <a:xfrm>
                  <a:off x="2451050" y="1732225"/>
                  <a:ext cx="113400" cy="11340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4" name="Google Shape;34;p2"/>
                <p:cNvSpPr/>
                <p:nvPr/>
              </p:nvSpPr>
              <p:spPr>
                <a:xfrm>
                  <a:off x="2453300" y="1521500"/>
                  <a:ext cx="108900" cy="10890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2458250" y="1315275"/>
                  <a:ext cx="99000" cy="9900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6" name="Google Shape;36;p2"/>
                <p:cNvSpPr/>
                <p:nvPr/>
              </p:nvSpPr>
              <p:spPr>
                <a:xfrm>
                  <a:off x="2463050" y="1109050"/>
                  <a:ext cx="89400" cy="89400"/>
                </a:xfrm>
                <a:prstGeom prst="rect">
                  <a:avLst/>
                </a:prstGeom>
                <a:solidFill>
                  <a:srgbClr val="009F8C">
                    <a:alpha val="6499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7" name="Google Shape;37;p2"/>
                <p:cNvSpPr/>
                <p:nvPr/>
              </p:nvSpPr>
              <p:spPr>
                <a:xfrm>
                  <a:off x="2463050" y="902825"/>
                  <a:ext cx="89400" cy="8940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8" name="Google Shape;38;p2"/>
                <p:cNvSpPr/>
                <p:nvPr/>
              </p:nvSpPr>
              <p:spPr>
                <a:xfrm>
                  <a:off x="2468000" y="685625"/>
                  <a:ext cx="79500" cy="795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  <p:grpSp>
          <p:nvGrpSpPr>
            <p:cNvPr id="39" name="Google Shape;39;p2"/>
            <p:cNvGrpSpPr/>
            <p:nvPr/>
          </p:nvGrpSpPr>
          <p:grpSpPr>
            <a:xfrm>
              <a:off x="8743300" y="2378475"/>
              <a:ext cx="143400" cy="2454350"/>
              <a:chOff x="2436050" y="685625"/>
              <a:chExt cx="143400" cy="2454350"/>
            </a:xfrm>
          </p:grpSpPr>
          <p:grpSp>
            <p:nvGrpSpPr>
              <p:cNvPr id="40" name="Google Shape;40;p2"/>
              <p:cNvGrpSpPr/>
              <p:nvPr/>
            </p:nvGrpSpPr>
            <p:grpSpPr>
              <a:xfrm>
                <a:off x="2436050" y="685625"/>
                <a:ext cx="143400" cy="2454350"/>
                <a:chOff x="2436050" y="685625"/>
                <a:chExt cx="143400" cy="2454350"/>
              </a:xfrm>
            </p:grpSpPr>
            <p:sp>
              <p:nvSpPr>
                <p:cNvPr id="41" name="Google Shape;41;p2"/>
                <p:cNvSpPr/>
                <p:nvPr/>
              </p:nvSpPr>
              <p:spPr>
                <a:xfrm>
                  <a:off x="2436050" y="2996575"/>
                  <a:ext cx="143400" cy="1434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2" name="Google Shape;42;p2"/>
                <p:cNvSpPr/>
                <p:nvPr/>
              </p:nvSpPr>
              <p:spPr>
                <a:xfrm>
                  <a:off x="2444600" y="2785850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3" name="Google Shape;43;p2"/>
                <p:cNvSpPr/>
                <p:nvPr/>
              </p:nvSpPr>
              <p:spPr>
                <a:xfrm>
                  <a:off x="2444600" y="2575125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4" name="Google Shape;44;p2"/>
                <p:cNvSpPr/>
                <p:nvPr/>
              </p:nvSpPr>
              <p:spPr>
                <a:xfrm>
                  <a:off x="2444600" y="2364400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5" name="Google Shape;45;p2"/>
                <p:cNvSpPr/>
                <p:nvPr/>
              </p:nvSpPr>
              <p:spPr>
                <a:xfrm>
                  <a:off x="2448950" y="2153675"/>
                  <a:ext cx="117600" cy="1179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6" name="Google Shape;46;p2"/>
                <p:cNvSpPr/>
                <p:nvPr/>
              </p:nvSpPr>
              <p:spPr>
                <a:xfrm>
                  <a:off x="2448950" y="1942950"/>
                  <a:ext cx="117600" cy="1179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7" name="Google Shape;47;p2"/>
                <p:cNvSpPr/>
                <p:nvPr/>
              </p:nvSpPr>
              <p:spPr>
                <a:xfrm>
                  <a:off x="2451050" y="1732225"/>
                  <a:ext cx="113400" cy="1134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8" name="Google Shape;48;p2"/>
                <p:cNvSpPr/>
                <p:nvPr/>
              </p:nvSpPr>
              <p:spPr>
                <a:xfrm>
                  <a:off x="2453300" y="1521500"/>
                  <a:ext cx="108900" cy="1089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9" name="Google Shape;49;p2"/>
                <p:cNvSpPr/>
                <p:nvPr/>
              </p:nvSpPr>
              <p:spPr>
                <a:xfrm>
                  <a:off x="2458250" y="1315275"/>
                  <a:ext cx="99000" cy="990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0" name="Google Shape;50;p2"/>
                <p:cNvSpPr/>
                <p:nvPr/>
              </p:nvSpPr>
              <p:spPr>
                <a:xfrm>
                  <a:off x="2463050" y="1109050"/>
                  <a:ext cx="89400" cy="894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1" name="Google Shape;51;p2"/>
                <p:cNvSpPr/>
                <p:nvPr/>
              </p:nvSpPr>
              <p:spPr>
                <a:xfrm>
                  <a:off x="2463050" y="902825"/>
                  <a:ext cx="89400" cy="894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2" name="Google Shape;52;p2"/>
                <p:cNvSpPr/>
                <p:nvPr/>
              </p:nvSpPr>
              <p:spPr>
                <a:xfrm>
                  <a:off x="2468000" y="685625"/>
                  <a:ext cx="79500" cy="795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53" name="Google Shape;53;p2"/>
              <p:cNvGrpSpPr/>
              <p:nvPr/>
            </p:nvGrpSpPr>
            <p:grpSpPr>
              <a:xfrm>
                <a:off x="2436050" y="685625"/>
                <a:ext cx="143400" cy="2454350"/>
                <a:chOff x="2436050" y="685625"/>
                <a:chExt cx="143400" cy="2454350"/>
              </a:xfrm>
            </p:grpSpPr>
            <p:sp>
              <p:nvSpPr>
                <p:cNvPr id="54" name="Google Shape;54;p2"/>
                <p:cNvSpPr/>
                <p:nvPr/>
              </p:nvSpPr>
              <p:spPr>
                <a:xfrm>
                  <a:off x="2436050" y="2996575"/>
                  <a:ext cx="143400" cy="143400"/>
                </a:xfrm>
                <a:prstGeom prst="rect">
                  <a:avLst/>
                </a:prstGeom>
                <a:solidFill>
                  <a:srgbClr val="009F8C">
                    <a:alpha val="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5" name="Google Shape;55;p2"/>
                <p:cNvSpPr/>
                <p:nvPr/>
              </p:nvSpPr>
              <p:spPr>
                <a:xfrm>
                  <a:off x="2444600" y="2785850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6" name="Google Shape;56;p2"/>
                <p:cNvSpPr/>
                <p:nvPr/>
              </p:nvSpPr>
              <p:spPr>
                <a:xfrm>
                  <a:off x="2444600" y="2575125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7" name="Google Shape;57;p2"/>
                <p:cNvSpPr/>
                <p:nvPr/>
              </p:nvSpPr>
              <p:spPr>
                <a:xfrm>
                  <a:off x="2444600" y="2364400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8" name="Google Shape;58;p2"/>
                <p:cNvSpPr/>
                <p:nvPr/>
              </p:nvSpPr>
              <p:spPr>
                <a:xfrm>
                  <a:off x="2448950" y="2153675"/>
                  <a:ext cx="117600" cy="11790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9" name="Google Shape;59;p2"/>
                <p:cNvSpPr/>
                <p:nvPr/>
              </p:nvSpPr>
              <p:spPr>
                <a:xfrm>
                  <a:off x="2448950" y="1942950"/>
                  <a:ext cx="117600" cy="11790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0" name="Google Shape;60;p2"/>
                <p:cNvSpPr/>
                <p:nvPr/>
              </p:nvSpPr>
              <p:spPr>
                <a:xfrm>
                  <a:off x="2451050" y="1732225"/>
                  <a:ext cx="113400" cy="11340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1" name="Google Shape;61;p2"/>
                <p:cNvSpPr/>
                <p:nvPr/>
              </p:nvSpPr>
              <p:spPr>
                <a:xfrm>
                  <a:off x="2453300" y="1521500"/>
                  <a:ext cx="108900" cy="10890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2" name="Google Shape;62;p2"/>
                <p:cNvSpPr/>
                <p:nvPr/>
              </p:nvSpPr>
              <p:spPr>
                <a:xfrm>
                  <a:off x="2458250" y="1315275"/>
                  <a:ext cx="99000" cy="9900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3" name="Google Shape;63;p2"/>
                <p:cNvSpPr/>
                <p:nvPr/>
              </p:nvSpPr>
              <p:spPr>
                <a:xfrm>
                  <a:off x="2463050" y="1109050"/>
                  <a:ext cx="89400" cy="89400"/>
                </a:xfrm>
                <a:prstGeom prst="rect">
                  <a:avLst/>
                </a:prstGeom>
                <a:solidFill>
                  <a:srgbClr val="009F8C">
                    <a:alpha val="6499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4" name="Google Shape;64;p2"/>
                <p:cNvSpPr/>
                <p:nvPr/>
              </p:nvSpPr>
              <p:spPr>
                <a:xfrm>
                  <a:off x="2463050" y="902825"/>
                  <a:ext cx="89400" cy="8940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5" name="Google Shape;65;p2"/>
                <p:cNvSpPr/>
                <p:nvPr/>
              </p:nvSpPr>
              <p:spPr>
                <a:xfrm>
                  <a:off x="2468000" y="685625"/>
                  <a:ext cx="79500" cy="795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  <p:grpSp>
          <p:nvGrpSpPr>
            <p:cNvPr id="66" name="Google Shape;66;p2"/>
            <p:cNvGrpSpPr/>
            <p:nvPr/>
          </p:nvGrpSpPr>
          <p:grpSpPr>
            <a:xfrm>
              <a:off x="637013" y="2867097"/>
              <a:ext cx="143400" cy="2454350"/>
              <a:chOff x="2436050" y="685625"/>
              <a:chExt cx="143400" cy="2454350"/>
            </a:xfrm>
          </p:grpSpPr>
          <p:grpSp>
            <p:nvGrpSpPr>
              <p:cNvPr id="67" name="Google Shape;67;p2"/>
              <p:cNvGrpSpPr/>
              <p:nvPr/>
            </p:nvGrpSpPr>
            <p:grpSpPr>
              <a:xfrm>
                <a:off x="2436050" y="685625"/>
                <a:ext cx="143400" cy="2454350"/>
                <a:chOff x="2436050" y="685625"/>
                <a:chExt cx="143400" cy="2454350"/>
              </a:xfrm>
            </p:grpSpPr>
            <p:sp>
              <p:nvSpPr>
                <p:cNvPr id="68" name="Google Shape;68;p2"/>
                <p:cNvSpPr/>
                <p:nvPr/>
              </p:nvSpPr>
              <p:spPr>
                <a:xfrm>
                  <a:off x="2436050" y="2996575"/>
                  <a:ext cx="143400" cy="1434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9" name="Google Shape;69;p2"/>
                <p:cNvSpPr/>
                <p:nvPr/>
              </p:nvSpPr>
              <p:spPr>
                <a:xfrm>
                  <a:off x="2444600" y="2785850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0" name="Google Shape;70;p2"/>
                <p:cNvSpPr/>
                <p:nvPr/>
              </p:nvSpPr>
              <p:spPr>
                <a:xfrm>
                  <a:off x="2444600" y="2575125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1" name="Google Shape;71;p2"/>
                <p:cNvSpPr/>
                <p:nvPr/>
              </p:nvSpPr>
              <p:spPr>
                <a:xfrm>
                  <a:off x="2444600" y="2364400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2" name="Google Shape;72;p2"/>
                <p:cNvSpPr/>
                <p:nvPr/>
              </p:nvSpPr>
              <p:spPr>
                <a:xfrm>
                  <a:off x="2448950" y="2153675"/>
                  <a:ext cx="117600" cy="1179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3" name="Google Shape;73;p2"/>
                <p:cNvSpPr/>
                <p:nvPr/>
              </p:nvSpPr>
              <p:spPr>
                <a:xfrm>
                  <a:off x="2448950" y="1942950"/>
                  <a:ext cx="117600" cy="1179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4" name="Google Shape;74;p2"/>
                <p:cNvSpPr/>
                <p:nvPr/>
              </p:nvSpPr>
              <p:spPr>
                <a:xfrm>
                  <a:off x="2451050" y="1732225"/>
                  <a:ext cx="113400" cy="1134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5" name="Google Shape;75;p2"/>
                <p:cNvSpPr/>
                <p:nvPr/>
              </p:nvSpPr>
              <p:spPr>
                <a:xfrm>
                  <a:off x="2453300" y="1521500"/>
                  <a:ext cx="108900" cy="1089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6" name="Google Shape;76;p2"/>
                <p:cNvSpPr/>
                <p:nvPr/>
              </p:nvSpPr>
              <p:spPr>
                <a:xfrm>
                  <a:off x="2458250" y="1315275"/>
                  <a:ext cx="99000" cy="990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7" name="Google Shape;77;p2"/>
                <p:cNvSpPr/>
                <p:nvPr/>
              </p:nvSpPr>
              <p:spPr>
                <a:xfrm>
                  <a:off x="2463050" y="1109050"/>
                  <a:ext cx="89400" cy="894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8" name="Google Shape;78;p2"/>
                <p:cNvSpPr/>
                <p:nvPr/>
              </p:nvSpPr>
              <p:spPr>
                <a:xfrm>
                  <a:off x="2463050" y="902825"/>
                  <a:ext cx="89400" cy="894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79" name="Google Shape;79;p2"/>
                <p:cNvSpPr/>
                <p:nvPr/>
              </p:nvSpPr>
              <p:spPr>
                <a:xfrm>
                  <a:off x="2468000" y="685625"/>
                  <a:ext cx="79500" cy="795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80" name="Google Shape;80;p2"/>
              <p:cNvGrpSpPr/>
              <p:nvPr/>
            </p:nvGrpSpPr>
            <p:grpSpPr>
              <a:xfrm>
                <a:off x="2436050" y="685625"/>
                <a:ext cx="143400" cy="2454350"/>
                <a:chOff x="2436050" y="685625"/>
                <a:chExt cx="143400" cy="2454350"/>
              </a:xfrm>
            </p:grpSpPr>
            <p:sp>
              <p:nvSpPr>
                <p:cNvPr id="81" name="Google Shape;81;p2"/>
                <p:cNvSpPr/>
                <p:nvPr/>
              </p:nvSpPr>
              <p:spPr>
                <a:xfrm>
                  <a:off x="2436050" y="2996575"/>
                  <a:ext cx="143400" cy="143400"/>
                </a:xfrm>
                <a:prstGeom prst="rect">
                  <a:avLst/>
                </a:prstGeom>
                <a:solidFill>
                  <a:srgbClr val="009F8C">
                    <a:alpha val="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2" name="Google Shape;82;p2"/>
                <p:cNvSpPr/>
                <p:nvPr/>
              </p:nvSpPr>
              <p:spPr>
                <a:xfrm>
                  <a:off x="2444600" y="2785850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3" name="Google Shape;83;p2"/>
                <p:cNvSpPr/>
                <p:nvPr/>
              </p:nvSpPr>
              <p:spPr>
                <a:xfrm>
                  <a:off x="2444600" y="2575125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4" name="Google Shape;84;p2"/>
                <p:cNvSpPr/>
                <p:nvPr/>
              </p:nvSpPr>
              <p:spPr>
                <a:xfrm>
                  <a:off x="2444600" y="2364400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5" name="Google Shape;85;p2"/>
                <p:cNvSpPr/>
                <p:nvPr/>
              </p:nvSpPr>
              <p:spPr>
                <a:xfrm>
                  <a:off x="2448950" y="2153675"/>
                  <a:ext cx="117600" cy="11790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6" name="Google Shape;86;p2"/>
                <p:cNvSpPr/>
                <p:nvPr/>
              </p:nvSpPr>
              <p:spPr>
                <a:xfrm>
                  <a:off x="2448950" y="1942950"/>
                  <a:ext cx="117600" cy="11790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7" name="Google Shape;87;p2"/>
                <p:cNvSpPr/>
                <p:nvPr/>
              </p:nvSpPr>
              <p:spPr>
                <a:xfrm>
                  <a:off x="2451050" y="1732225"/>
                  <a:ext cx="113400" cy="11340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8" name="Google Shape;88;p2"/>
                <p:cNvSpPr/>
                <p:nvPr/>
              </p:nvSpPr>
              <p:spPr>
                <a:xfrm>
                  <a:off x="2453300" y="1521500"/>
                  <a:ext cx="108900" cy="10890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89" name="Google Shape;89;p2"/>
                <p:cNvSpPr/>
                <p:nvPr/>
              </p:nvSpPr>
              <p:spPr>
                <a:xfrm>
                  <a:off x="2458250" y="1315275"/>
                  <a:ext cx="99000" cy="9900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90" name="Google Shape;90;p2"/>
                <p:cNvSpPr/>
                <p:nvPr/>
              </p:nvSpPr>
              <p:spPr>
                <a:xfrm>
                  <a:off x="2463050" y="1109050"/>
                  <a:ext cx="89400" cy="89400"/>
                </a:xfrm>
                <a:prstGeom prst="rect">
                  <a:avLst/>
                </a:prstGeom>
                <a:solidFill>
                  <a:srgbClr val="009F8C">
                    <a:alpha val="6499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91" name="Google Shape;91;p2"/>
                <p:cNvSpPr/>
                <p:nvPr/>
              </p:nvSpPr>
              <p:spPr>
                <a:xfrm>
                  <a:off x="2463050" y="902825"/>
                  <a:ext cx="89400" cy="8940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92" name="Google Shape;92;p2"/>
                <p:cNvSpPr/>
                <p:nvPr/>
              </p:nvSpPr>
              <p:spPr>
                <a:xfrm>
                  <a:off x="2468000" y="685625"/>
                  <a:ext cx="79500" cy="795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  <p:grpSp>
          <p:nvGrpSpPr>
            <p:cNvPr id="93" name="Google Shape;93;p2"/>
            <p:cNvGrpSpPr/>
            <p:nvPr/>
          </p:nvGrpSpPr>
          <p:grpSpPr>
            <a:xfrm>
              <a:off x="8599900" y="-1422022"/>
              <a:ext cx="143400" cy="2454350"/>
              <a:chOff x="8599900" y="-1422022"/>
              <a:chExt cx="143400" cy="2454350"/>
            </a:xfrm>
          </p:grpSpPr>
          <p:grpSp>
            <p:nvGrpSpPr>
              <p:cNvPr id="94" name="Google Shape;94;p2"/>
              <p:cNvGrpSpPr/>
              <p:nvPr/>
            </p:nvGrpSpPr>
            <p:grpSpPr>
              <a:xfrm>
                <a:off x="8599900" y="-1422022"/>
                <a:ext cx="143400" cy="2454350"/>
                <a:chOff x="2436050" y="685625"/>
                <a:chExt cx="143400" cy="2454350"/>
              </a:xfrm>
            </p:grpSpPr>
            <p:sp>
              <p:nvSpPr>
                <p:cNvPr id="95" name="Google Shape;95;p2"/>
                <p:cNvSpPr/>
                <p:nvPr/>
              </p:nvSpPr>
              <p:spPr>
                <a:xfrm>
                  <a:off x="2436050" y="2996575"/>
                  <a:ext cx="143400" cy="1434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96" name="Google Shape;96;p2"/>
                <p:cNvSpPr/>
                <p:nvPr/>
              </p:nvSpPr>
              <p:spPr>
                <a:xfrm>
                  <a:off x="2444600" y="2785850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97" name="Google Shape;97;p2"/>
                <p:cNvSpPr/>
                <p:nvPr/>
              </p:nvSpPr>
              <p:spPr>
                <a:xfrm>
                  <a:off x="2444600" y="2575125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98" name="Google Shape;98;p2"/>
                <p:cNvSpPr/>
                <p:nvPr/>
              </p:nvSpPr>
              <p:spPr>
                <a:xfrm>
                  <a:off x="2444600" y="2364400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99" name="Google Shape;99;p2"/>
                <p:cNvSpPr/>
                <p:nvPr/>
              </p:nvSpPr>
              <p:spPr>
                <a:xfrm>
                  <a:off x="2448950" y="2153675"/>
                  <a:ext cx="117600" cy="1179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00" name="Google Shape;100;p2"/>
                <p:cNvSpPr/>
                <p:nvPr/>
              </p:nvSpPr>
              <p:spPr>
                <a:xfrm>
                  <a:off x="2448950" y="1942950"/>
                  <a:ext cx="117600" cy="1179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01" name="Google Shape;101;p2"/>
                <p:cNvSpPr/>
                <p:nvPr/>
              </p:nvSpPr>
              <p:spPr>
                <a:xfrm>
                  <a:off x="2451050" y="1732225"/>
                  <a:ext cx="113400" cy="1134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02" name="Google Shape;102;p2"/>
                <p:cNvSpPr/>
                <p:nvPr/>
              </p:nvSpPr>
              <p:spPr>
                <a:xfrm>
                  <a:off x="2453300" y="1521500"/>
                  <a:ext cx="108900" cy="1089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03" name="Google Shape;103;p2"/>
                <p:cNvSpPr/>
                <p:nvPr/>
              </p:nvSpPr>
              <p:spPr>
                <a:xfrm>
                  <a:off x="2458250" y="1315275"/>
                  <a:ext cx="99000" cy="990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04" name="Google Shape;104;p2"/>
                <p:cNvSpPr/>
                <p:nvPr/>
              </p:nvSpPr>
              <p:spPr>
                <a:xfrm>
                  <a:off x="2463050" y="1109050"/>
                  <a:ext cx="89400" cy="894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05" name="Google Shape;105;p2"/>
                <p:cNvSpPr/>
                <p:nvPr/>
              </p:nvSpPr>
              <p:spPr>
                <a:xfrm>
                  <a:off x="2463050" y="902825"/>
                  <a:ext cx="89400" cy="894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106" name="Google Shape;106;p2"/>
                <p:cNvSpPr/>
                <p:nvPr/>
              </p:nvSpPr>
              <p:spPr>
                <a:xfrm>
                  <a:off x="2468000" y="685625"/>
                  <a:ext cx="79500" cy="795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07" name="Google Shape;107;p2"/>
              <p:cNvSpPr/>
              <p:nvPr/>
            </p:nvSpPr>
            <p:spPr>
              <a:xfrm>
                <a:off x="8599900" y="888928"/>
                <a:ext cx="143400" cy="143400"/>
              </a:xfrm>
              <a:prstGeom prst="rect">
                <a:avLst/>
              </a:prstGeom>
              <a:solidFill>
                <a:srgbClr val="009F8C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8608450" y="678203"/>
                <a:ext cx="126300" cy="126600"/>
              </a:xfrm>
              <a:prstGeom prst="rect">
                <a:avLst/>
              </a:prstGeom>
              <a:solidFill>
                <a:srgbClr val="009F8C">
                  <a:alpha val="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8608450" y="467478"/>
                <a:ext cx="126300" cy="126600"/>
              </a:xfrm>
              <a:prstGeom prst="rect">
                <a:avLst/>
              </a:prstGeom>
              <a:solidFill>
                <a:srgbClr val="009F8C">
                  <a:alpha val="1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8608450" y="256753"/>
                <a:ext cx="126300" cy="126600"/>
              </a:xfrm>
              <a:prstGeom prst="rect">
                <a:avLst/>
              </a:prstGeom>
              <a:solidFill>
                <a:srgbClr val="009F8C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1" name="Google Shape;111;p2"/>
              <p:cNvSpPr/>
              <p:nvPr/>
            </p:nvSpPr>
            <p:spPr>
              <a:xfrm>
                <a:off x="8612800" y="46028"/>
                <a:ext cx="117600" cy="117900"/>
              </a:xfrm>
              <a:prstGeom prst="rect">
                <a:avLst/>
              </a:prstGeom>
              <a:solidFill>
                <a:srgbClr val="009F8C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" name="Google Shape;112;p2"/>
              <p:cNvSpPr/>
              <p:nvPr/>
            </p:nvSpPr>
            <p:spPr>
              <a:xfrm>
                <a:off x="8612800" y="-164697"/>
                <a:ext cx="117600" cy="117900"/>
              </a:xfrm>
              <a:prstGeom prst="rect">
                <a:avLst/>
              </a:prstGeom>
              <a:solidFill>
                <a:srgbClr val="009F8C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3" name="Google Shape;113;p2"/>
              <p:cNvSpPr/>
              <p:nvPr/>
            </p:nvSpPr>
            <p:spPr>
              <a:xfrm>
                <a:off x="8614900" y="-375422"/>
                <a:ext cx="113400" cy="113400"/>
              </a:xfrm>
              <a:prstGeom prst="rect">
                <a:avLst/>
              </a:prstGeom>
              <a:solidFill>
                <a:srgbClr val="009F8C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4" name="Google Shape;114;p2"/>
              <p:cNvSpPr/>
              <p:nvPr/>
            </p:nvSpPr>
            <p:spPr>
              <a:xfrm>
                <a:off x="8617150" y="-586147"/>
                <a:ext cx="108900" cy="108900"/>
              </a:xfrm>
              <a:prstGeom prst="rect">
                <a:avLst/>
              </a:prstGeom>
              <a:solidFill>
                <a:srgbClr val="009F8C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5" name="Google Shape;115;p2"/>
              <p:cNvSpPr/>
              <p:nvPr/>
            </p:nvSpPr>
            <p:spPr>
              <a:xfrm>
                <a:off x="8622100" y="-792372"/>
                <a:ext cx="99000" cy="99000"/>
              </a:xfrm>
              <a:prstGeom prst="rect">
                <a:avLst/>
              </a:prstGeom>
              <a:solidFill>
                <a:srgbClr val="009F8C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6" name="Google Shape;116;p2"/>
              <p:cNvSpPr/>
              <p:nvPr/>
            </p:nvSpPr>
            <p:spPr>
              <a:xfrm>
                <a:off x="8626900" y="-998597"/>
                <a:ext cx="89400" cy="89400"/>
              </a:xfrm>
              <a:prstGeom prst="rect">
                <a:avLst/>
              </a:prstGeom>
              <a:solidFill>
                <a:srgbClr val="009F8C">
                  <a:alpha val="6499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7" name="Google Shape;117;p2"/>
              <p:cNvSpPr/>
              <p:nvPr/>
            </p:nvSpPr>
            <p:spPr>
              <a:xfrm>
                <a:off x="8626900" y="-1204822"/>
                <a:ext cx="89400" cy="89400"/>
              </a:xfrm>
              <a:prstGeom prst="rect">
                <a:avLst/>
              </a:prstGeom>
              <a:solidFill>
                <a:srgbClr val="009F8C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8" name="Google Shape;118;p2"/>
              <p:cNvSpPr/>
              <p:nvPr/>
            </p:nvSpPr>
            <p:spPr>
              <a:xfrm>
                <a:off x="8631850" y="-1422022"/>
                <a:ext cx="79500" cy="79500"/>
              </a:xfrm>
              <a:prstGeom prst="rect">
                <a:avLst/>
              </a:prstGeom>
              <a:solidFill>
                <a:srgbClr val="009F8C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91" name="Google Shape;491;p7"/>
          <p:cNvSpPr txBox="1">
            <a:spLocks noGrp="1"/>
          </p:cNvSpPr>
          <p:nvPr>
            <p:ph type="subTitle" idx="1"/>
          </p:nvPr>
        </p:nvSpPr>
        <p:spPr>
          <a:xfrm>
            <a:off x="1893750" y="1700300"/>
            <a:ext cx="5356500" cy="220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492" name="Google Shape;492;p7"/>
          <p:cNvGrpSpPr/>
          <p:nvPr/>
        </p:nvGrpSpPr>
        <p:grpSpPr>
          <a:xfrm>
            <a:off x="177725" y="-1044592"/>
            <a:ext cx="8709000" cy="5947392"/>
            <a:chOff x="177725" y="-1044592"/>
            <a:chExt cx="8709000" cy="5947392"/>
          </a:xfrm>
        </p:grpSpPr>
        <p:grpSp>
          <p:nvGrpSpPr>
            <p:cNvPr id="493" name="Google Shape;493;p7"/>
            <p:cNvGrpSpPr/>
            <p:nvPr/>
          </p:nvGrpSpPr>
          <p:grpSpPr>
            <a:xfrm>
              <a:off x="8743325" y="-363653"/>
              <a:ext cx="143400" cy="2454350"/>
              <a:chOff x="2436050" y="685625"/>
              <a:chExt cx="143400" cy="2454350"/>
            </a:xfrm>
          </p:grpSpPr>
          <p:grpSp>
            <p:nvGrpSpPr>
              <p:cNvPr id="494" name="Google Shape;494;p7"/>
              <p:cNvGrpSpPr/>
              <p:nvPr/>
            </p:nvGrpSpPr>
            <p:grpSpPr>
              <a:xfrm>
                <a:off x="2436050" y="685625"/>
                <a:ext cx="143400" cy="2454350"/>
                <a:chOff x="2436050" y="685625"/>
                <a:chExt cx="143400" cy="2454350"/>
              </a:xfrm>
            </p:grpSpPr>
            <p:sp>
              <p:nvSpPr>
                <p:cNvPr id="495" name="Google Shape;495;p7"/>
                <p:cNvSpPr/>
                <p:nvPr/>
              </p:nvSpPr>
              <p:spPr>
                <a:xfrm>
                  <a:off x="2436050" y="2996575"/>
                  <a:ext cx="143400" cy="1434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96" name="Google Shape;496;p7"/>
                <p:cNvSpPr/>
                <p:nvPr/>
              </p:nvSpPr>
              <p:spPr>
                <a:xfrm>
                  <a:off x="2444600" y="2785850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97" name="Google Shape;497;p7"/>
                <p:cNvSpPr/>
                <p:nvPr/>
              </p:nvSpPr>
              <p:spPr>
                <a:xfrm>
                  <a:off x="2444600" y="2575125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98" name="Google Shape;498;p7"/>
                <p:cNvSpPr/>
                <p:nvPr/>
              </p:nvSpPr>
              <p:spPr>
                <a:xfrm>
                  <a:off x="2444600" y="2364400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99" name="Google Shape;499;p7"/>
                <p:cNvSpPr/>
                <p:nvPr/>
              </p:nvSpPr>
              <p:spPr>
                <a:xfrm>
                  <a:off x="2448950" y="2153675"/>
                  <a:ext cx="117600" cy="1179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00" name="Google Shape;500;p7"/>
                <p:cNvSpPr/>
                <p:nvPr/>
              </p:nvSpPr>
              <p:spPr>
                <a:xfrm>
                  <a:off x="2448950" y="1942950"/>
                  <a:ext cx="117600" cy="1179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01" name="Google Shape;501;p7"/>
                <p:cNvSpPr/>
                <p:nvPr/>
              </p:nvSpPr>
              <p:spPr>
                <a:xfrm>
                  <a:off x="2451050" y="1732225"/>
                  <a:ext cx="113400" cy="1134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02" name="Google Shape;502;p7"/>
                <p:cNvSpPr/>
                <p:nvPr/>
              </p:nvSpPr>
              <p:spPr>
                <a:xfrm>
                  <a:off x="2453300" y="1521500"/>
                  <a:ext cx="108900" cy="1089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03" name="Google Shape;503;p7"/>
                <p:cNvSpPr/>
                <p:nvPr/>
              </p:nvSpPr>
              <p:spPr>
                <a:xfrm>
                  <a:off x="2458250" y="1315275"/>
                  <a:ext cx="99000" cy="990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04" name="Google Shape;504;p7"/>
                <p:cNvSpPr/>
                <p:nvPr/>
              </p:nvSpPr>
              <p:spPr>
                <a:xfrm>
                  <a:off x="2463050" y="1109050"/>
                  <a:ext cx="89400" cy="894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05" name="Google Shape;505;p7"/>
                <p:cNvSpPr/>
                <p:nvPr/>
              </p:nvSpPr>
              <p:spPr>
                <a:xfrm>
                  <a:off x="2463050" y="902825"/>
                  <a:ext cx="89400" cy="894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06" name="Google Shape;506;p7"/>
                <p:cNvSpPr/>
                <p:nvPr/>
              </p:nvSpPr>
              <p:spPr>
                <a:xfrm>
                  <a:off x="2468000" y="685625"/>
                  <a:ext cx="79500" cy="795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507" name="Google Shape;507;p7"/>
              <p:cNvGrpSpPr/>
              <p:nvPr/>
            </p:nvGrpSpPr>
            <p:grpSpPr>
              <a:xfrm>
                <a:off x="2436050" y="685625"/>
                <a:ext cx="143400" cy="2454350"/>
                <a:chOff x="2436050" y="685625"/>
                <a:chExt cx="143400" cy="2454350"/>
              </a:xfrm>
            </p:grpSpPr>
            <p:sp>
              <p:nvSpPr>
                <p:cNvPr id="508" name="Google Shape;508;p7"/>
                <p:cNvSpPr/>
                <p:nvPr/>
              </p:nvSpPr>
              <p:spPr>
                <a:xfrm>
                  <a:off x="2436050" y="2996575"/>
                  <a:ext cx="143400" cy="143400"/>
                </a:xfrm>
                <a:prstGeom prst="rect">
                  <a:avLst/>
                </a:prstGeom>
                <a:solidFill>
                  <a:srgbClr val="009F8C">
                    <a:alpha val="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09" name="Google Shape;509;p7"/>
                <p:cNvSpPr/>
                <p:nvPr/>
              </p:nvSpPr>
              <p:spPr>
                <a:xfrm>
                  <a:off x="2444600" y="2785850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10" name="Google Shape;510;p7"/>
                <p:cNvSpPr/>
                <p:nvPr/>
              </p:nvSpPr>
              <p:spPr>
                <a:xfrm>
                  <a:off x="2444600" y="2575125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11" name="Google Shape;511;p7"/>
                <p:cNvSpPr/>
                <p:nvPr/>
              </p:nvSpPr>
              <p:spPr>
                <a:xfrm>
                  <a:off x="2444600" y="2364400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12" name="Google Shape;512;p7"/>
                <p:cNvSpPr/>
                <p:nvPr/>
              </p:nvSpPr>
              <p:spPr>
                <a:xfrm>
                  <a:off x="2448950" y="2153675"/>
                  <a:ext cx="117600" cy="11790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13" name="Google Shape;513;p7"/>
                <p:cNvSpPr/>
                <p:nvPr/>
              </p:nvSpPr>
              <p:spPr>
                <a:xfrm>
                  <a:off x="2448950" y="1942950"/>
                  <a:ext cx="117600" cy="11790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14" name="Google Shape;514;p7"/>
                <p:cNvSpPr/>
                <p:nvPr/>
              </p:nvSpPr>
              <p:spPr>
                <a:xfrm>
                  <a:off x="2451050" y="1732225"/>
                  <a:ext cx="113400" cy="11340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15" name="Google Shape;515;p7"/>
                <p:cNvSpPr/>
                <p:nvPr/>
              </p:nvSpPr>
              <p:spPr>
                <a:xfrm>
                  <a:off x="2453300" y="1521500"/>
                  <a:ext cx="108900" cy="10890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16" name="Google Shape;516;p7"/>
                <p:cNvSpPr/>
                <p:nvPr/>
              </p:nvSpPr>
              <p:spPr>
                <a:xfrm>
                  <a:off x="2458250" y="1315275"/>
                  <a:ext cx="99000" cy="9900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17" name="Google Shape;517;p7"/>
                <p:cNvSpPr/>
                <p:nvPr/>
              </p:nvSpPr>
              <p:spPr>
                <a:xfrm>
                  <a:off x="2463050" y="1109050"/>
                  <a:ext cx="89400" cy="89400"/>
                </a:xfrm>
                <a:prstGeom prst="rect">
                  <a:avLst/>
                </a:prstGeom>
                <a:solidFill>
                  <a:srgbClr val="009F8C">
                    <a:alpha val="6499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18" name="Google Shape;518;p7"/>
                <p:cNvSpPr/>
                <p:nvPr/>
              </p:nvSpPr>
              <p:spPr>
                <a:xfrm>
                  <a:off x="2463050" y="902825"/>
                  <a:ext cx="89400" cy="8940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19" name="Google Shape;519;p7"/>
                <p:cNvSpPr/>
                <p:nvPr/>
              </p:nvSpPr>
              <p:spPr>
                <a:xfrm>
                  <a:off x="2468000" y="685625"/>
                  <a:ext cx="79500" cy="795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  <p:grpSp>
          <p:nvGrpSpPr>
            <p:cNvPr id="520" name="Google Shape;520;p7"/>
            <p:cNvGrpSpPr/>
            <p:nvPr/>
          </p:nvGrpSpPr>
          <p:grpSpPr>
            <a:xfrm>
              <a:off x="177725" y="-345150"/>
              <a:ext cx="143400" cy="2454350"/>
              <a:chOff x="2030200" y="685625"/>
              <a:chExt cx="143400" cy="2454350"/>
            </a:xfrm>
          </p:grpSpPr>
          <p:grpSp>
            <p:nvGrpSpPr>
              <p:cNvPr id="521" name="Google Shape;521;p7"/>
              <p:cNvGrpSpPr/>
              <p:nvPr/>
            </p:nvGrpSpPr>
            <p:grpSpPr>
              <a:xfrm>
                <a:off x="2030200" y="685625"/>
                <a:ext cx="143400" cy="2454350"/>
                <a:chOff x="2436050" y="685625"/>
                <a:chExt cx="143400" cy="2454350"/>
              </a:xfrm>
            </p:grpSpPr>
            <p:sp>
              <p:nvSpPr>
                <p:cNvPr id="522" name="Google Shape;522;p7"/>
                <p:cNvSpPr/>
                <p:nvPr/>
              </p:nvSpPr>
              <p:spPr>
                <a:xfrm>
                  <a:off x="2436050" y="2996575"/>
                  <a:ext cx="143400" cy="1434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23" name="Google Shape;523;p7"/>
                <p:cNvSpPr/>
                <p:nvPr/>
              </p:nvSpPr>
              <p:spPr>
                <a:xfrm>
                  <a:off x="2444600" y="2785850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24" name="Google Shape;524;p7"/>
                <p:cNvSpPr/>
                <p:nvPr/>
              </p:nvSpPr>
              <p:spPr>
                <a:xfrm>
                  <a:off x="2444600" y="2575125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25" name="Google Shape;525;p7"/>
                <p:cNvSpPr/>
                <p:nvPr/>
              </p:nvSpPr>
              <p:spPr>
                <a:xfrm>
                  <a:off x="2444600" y="2364400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26" name="Google Shape;526;p7"/>
                <p:cNvSpPr/>
                <p:nvPr/>
              </p:nvSpPr>
              <p:spPr>
                <a:xfrm>
                  <a:off x="2448950" y="2153675"/>
                  <a:ext cx="117600" cy="1179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27" name="Google Shape;527;p7"/>
                <p:cNvSpPr/>
                <p:nvPr/>
              </p:nvSpPr>
              <p:spPr>
                <a:xfrm>
                  <a:off x="2448950" y="1942950"/>
                  <a:ext cx="117600" cy="1179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28" name="Google Shape;528;p7"/>
                <p:cNvSpPr/>
                <p:nvPr/>
              </p:nvSpPr>
              <p:spPr>
                <a:xfrm>
                  <a:off x="2451050" y="1732225"/>
                  <a:ext cx="113400" cy="1134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29" name="Google Shape;529;p7"/>
                <p:cNvSpPr/>
                <p:nvPr/>
              </p:nvSpPr>
              <p:spPr>
                <a:xfrm>
                  <a:off x="2453300" y="1521500"/>
                  <a:ext cx="108900" cy="1089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30" name="Google Shape;530;p7"/>
                <p:cNvSpPr/>
                <p:nvPr/>
              </p:nvSpPr>
              <p:spPr>
                <a:xfrm>
                  <a:off x="2458250" y="1315275"/>
                  <a:ext cx="99000" cy="990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31" name="Google Shape;531;p7"/>
                <p:cNvSpPr/>
                <p:nvPr/>
              </p:nvSpPr>
              <p:spPr>
                <a:xfrm>
                  <a:off x="2463050" y="1109050"/>
                  <a:ext cx="89400" cy="894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32" name="Google Shape;532;p7"/>
                <p:cNvSpPr/>
                <p:nvPr/>
              </p:nvSpPr>
              <p:spPr>
                <a:xfrm>
                  <a:off x="2463050" y="902825"/>
                  <a:ext cx="89400" cy="894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33" name="Google Shape;533;p7"/>
                <p:cNvSpPr/>
                <p:nvPr/>
              </p:nvSpPr>
              <p:spPr>
                <a:xfrm>
                  <a:off x="2468000" y="685625"/>
                  <a:ext cx="79500" cy="795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534" name="Google Shape;534;p7"/>
              <p:cNvGrpSpPr/>
              <p:nvPr/>
            </p:nvGrpSpPr>
            <p:grpSpPr>
              <a:xfrm>
                <a:off x="2030200" y="685625"/>
                <a:ext cx="143400" cy="2454350"/>
                <a:chOff x="2436050" y="685625"/>
                <a:chExt cx="143400" cy="2454350"/>
              </a:xfrm>
            </p:grpSpPr>
            <p:sp>
              <p:nvSpPr>
                <p:cNvPr id="535" name="Google Shape;535;p7"/>
                <p:cNvSpPr/>
                <p:nvPr/>
              </p:nvSpPr>
              <p:spPr>
                <a:xfrm>
                  <a:off x="2436050" y="2996575"/>
                  <a:ext cx="143400" cy="143400"/>
                </a:xfrm>
                <a:prstGeom prst="rect">
                  <a:avLst/>
                </a:prstGeom>
                <a:solidFill>
                  <a:srgbClr val="009F8C">
                    <a:alpha val="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36" name="Google Shape;536;p7"/>
                <p:cNvSpPr/>
                <p:nvPr/>
              </p:nvSpPr>
              <p:spPr>
                <a:xfrm>
                  <a:off x="2444600" y="2785850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37" name="Google Shape;537;p7"/>
                <p:cNvSpPr/>
                <p:nvPr/>
              </p:nvSpPr>
              <p:spPr>
                <a:xfrm>
                  <a:off x="2444600" y="2575125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38" name="Google Shape;538;p7"/>
                <p:cNvSpPr/>
                <p:nvPr/>
              </p:nvSpPr>
              <p:spPr>
                <a:xfrm>
                  <a:off x="2444600" y="2364400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39" name="Google Shape;539;p7"/>
                <p:cNvSpPr/>
                <p:nvPr/>
              </p:nvSpPr>
              <p:spPr>
                <a:xfrm>
                  <a:off x="2448950" y="2153675"/>
                  <a:ext cx="117600" cy="11790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40" name="Google Shape;540;p7"/>
                <p:cNvSpPr/>
                <p:nvPr/>
              </p:nvSpPr>
              <p:spPr>
                <a:xfrm>
                  <a:off x="2448950" y="1942950"/>
                  <a:ext cx="117600" cy="11790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41" name="Google Shape;541;p7"/>
                <p:cNvSpPr/>
                <p:nvPr/>
              </p:nvSpPr>
              <p:spPr>
                <a:xfrm>
                  <a:off x="2451050" y="1732225"/>
                  <a:ext cx="113400" cy="11340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42" name="Google Shape;542;p7"/>
                <p:cNvSpPr/>
                <p:nvPr/>
              </p:nvSpPr>
              <p:spPr>
                <a:xfrm>
                  <a:off x="2453300" y="1521500"/>
                  <a:ext cx="108900" cy="10890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43" name="Google Shape;543;p7"/>
                <p:cNvSpPr/>
                <p:nvPr/>
              </p:nvSpPr>
              <p:spPr>
                <a:xfrm>
                  <a:off x="2458250" y="1315275"/>
                  <a:ext cx="99000" cy="9900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44" name="Google Shape;544;p7"/>
                <p:cNvSpPr/>
                <p:nvPr/>
              </p:nvSpPr>
              <p:spPr>
                <a:xfrm>
                  <a:off x="2463050" y="1109050"/>
                  <a:ext cx="89400" cy="89400"/>
                </a:xfrm>
                <a:prstGeom prst="rect">
                  <a:avLst/>
                </a:prstGeom>
                <a:solidFill>
                  <a:srgbClr val="009F8C">
                    <a:alpha val="6499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45" name="Google Shape;545;p7"/>
                <p:cNvSpPr/>
                <p:nvPr/>
              </p:nvSpPr>
              <p:spPr>
                <a:xfrm>
                  <a:off x="2463050" y="902825"/>
                  <a:ext cx="89400" cy="8940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46" name="Google Shape;546;p7"/>
                <p:cNvSpPr/>
                <p:nvPr/>
              </p:nvSpPr>
              <p:spPr>
                <a:xfrm>
                  <a:off x="2468000" y="685625"/>
                  <a:ext cx="79500" cy="795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  <p:grpSp>
          <p:nvGrpSpPr>
            <p:cNvPr id="547" name="Google Shape;547;p7"/>
            <p:cNvGrpSpPr/>
            <p:nvPr/>
          </p:nvGrpSpPr>
          <p:grpSpPr>
            <a:xfrm>
              <a:off x="8430900" y="2149651"/>
              <a:ext cx="143400" cy="2454350"/>
              <a:chOff x="2436050" y="685625"/>
              <a:chExt cx="143400" cy="2454350"/>
            </a:xfrm>
          </p:grpSpPr>
          <p:grpSp>
            <p:nvGrpSpPr>
              <p:cNvPr id="548" name="Google Shape;548;p7"/>
              <p:cNvGrpSpPr/>
              <p:nvPr/>
            </p:nvGrpSpPr>
            <p:grpSpPr>
              <a:xfrm>
                <a:off x="2436050" y="685625"/>
                <a:ext cx="143400" cy="2454350"/>
                <a:chOff x="2436050" y="685625"/>
                <a:chExt cx="143400" cy="2454350"/>
              </a:xfrm>
            </p:grpSpPr>
            <p:sp>
              <p:nvSpPr>
                <p:cNvPr id="549" name="Google Shape;549;p7"/>
                <p:cNvSpPr/>
                <p:nvPr/>
              </p:nvSpPr>
              <p:spPr>
                <a:xfrm>
                  <a:off x="2436050" y="2996575"/>
                  <a:ext cx="143400" cy="1434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50" name="Google Shape;550;p7"/>
                <p:cNvSpPr/>
                <p:nvPr/>
              </p:nvSpPr>
              <p:spPr>
                <a:xfrm>
                  <a:off x="2444600" y="2785850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51" name="Google Shape;551;p7"/>
                <p:cNvSpPr/>
                <p:nvPr/>
              </p:nvSpPr>
              <p:spPr>
                <a:xfrm>
                  <a:off x="2444600" y="2575125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52" name="Google Shape;552;p7"/>
                <p:cNvSpPr/>
                <p:nvPr/>
              </p:nvSpPr>
              <p:spPr>
                <a:xfrm>
                  <a:off x="2444600" y="2364400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53" name="Google Shape;553;p7"/>
                <p:cNvSpPr/>
                <p:nvPr/>
              </p:nvSpPr>
              <p:spPr>
                <a:xfrm>
                  <a:off x="2448950" y="2153675"/>
                  <a:ext cx="117600" cy="1179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54" name="Google Shape;554;p7"/>
                <p:cNvSpPr/>
                <p:nvPr/>
              </p:nvSpPr>
              <p:spPr>
                <a:xfrm>
                  <a:off x="2448950" y="1942950"/>
                  <a:ext cx="117600" cy="1179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55" name="Google Shape;555;p7"/>
                <p:cNvSpPr/>
                <p:nvPr/>
              </p:nvSpPr>
              <p:spPr>
                <a:xfrm>
                  <a:off x="2451050" y="1732225"/>
                  <a:ext cx="113400" cy="1134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56" name="Google Shape;556;p7"/>
                <p:cNvSpPr/>
                <p:nvPr/>
              </p:nvSpPr>
              <p:spPr>
                <a:xfrm>
                  <a:off x="2453300" y="1521500"/>
                  <a:ext cx="108900" cy="1089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57" name="Google Shape;557;p7"/>
                <p:cNvSpPr/>
                <p:nvPr/>
              </p:nvSpPr>
              <p:spPr>
                <a:xfrm>
                  <a:off x="2458250" y="1315275"/>
                  <a:ext cx="99000" cy="990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58" name="Google Shape;558;p7"/>
                <p:cNvSpPr/>
                <p:nvPr/>
              </p:nvSpPr>
              <p:spPr>
                <a:xfrm>
                  <a:off x="2463050" y="1109050"/>
                  <a:ext cx="89400" cy="894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59" name="Google Shape;559;p7"/>
                <p:cNvSpPr/>
                <p:nvPr/>
              </p:nvSpPr>
              <p:spPr>
                <a:xfrm>
                  <a:off x="2463050" y="902825"/>
                  <a:ext cx="89400" cy="894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60" name="Google Shape;560;p7"/>
                <p:cNvSpPr/>
                <p:nvPr/>
              </p:nvSpPr>
              <p:spPr>
                <a:xfrm>
                  <a:off x="2468000" y="685625"/>
                  <a:ext cx="79500" cy="795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561" name="Google Shape;561;p7"/>
              <p:cNvGrpSpPr/>
              <p:nvPr/>
            </p:nvGrpSpPr>
            <p:grpSpPr>
              <a:xfrm>
                <a:off x="2436050" y="685625"/>
                <a:ext cx="143400" cy="2454350"/>
                <a:chOff x="2436050" y="685625"/>
                <a:chExt cx="143400" cy="2454350"/>
              </a:xfrm>
            </p:grpSpPr>
            <p:sp>
              <p:nvSpPr>
                <p:cNvPr id="562" name="Google Shape;562;p7"/>
                <p:cNvSpPr/>
                <p:nvPr/>
              </p:nvSpPr>
              <p:spPr>
                <a:xfrm>
                  <a:off x="2436050" y="2996575"/>
                  <a:ext cx="143400" cy="143400"/>
                </a:xfrm>
                <a:prstGeom prst="rect">
                  <a:avLst/>
                </a:prstGeom>
                <a:solidFill>
                  <a:srgbClr val="009F8C">
                    <a:alpha val="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63" name="Google Shape;563;p7"/>
                <p:cNvSpPr/>
                <p:nvPr/>
              </p:nvSpPr>
              <p:spPr>
                <a:xfrm>
                  <a:off x="2444600" y="2785850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64" name="Google Shape;564;p7"/>
                <p:cNvSpPr/>
                <p:nvPr/>
              </p:nvSpPr>
              <p:spPr>
                <a:xfrm>
                  <a:off x="2444600" y="2575125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65" name="Google Shape;565;p7"/>
                <p:cNvSpPr/>
                <p:nvPr/>
              </p:nvSpPr>
              <p:spPr>
                <a:xfrm>
                  <a:off x="2444600" y="2364400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66" name="Google Shape;566;p7"/>
                <p:cNvSpPr/>
                <p:nvPr/>
              </p:nvSpPr>
              <p:spPr>
                <a:xfrm>
                  <a:off x="2448950" y="2153675"/>
                  <a:ext cx="117600" cy="11790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67" name="Google Shape;567;p7"/>
                <p:cNvSpPr/>
                <p:nvPr/>
              </p:nvSpPr>
              <p:spPr>
                <a:xfrm>
                  <a:off x="2448950" y="1942950"/>
                  <a:ext cx="117600" cy="11790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68" name="Google Shape;568;p7"/>
                <p:cNvSpPr/>
                <p:nvPr/>
              </p:nvSpPr>
              <p:spPr>
                <a:xfrm>
                  <a:off x="2451050" y="1732225"/>
                  <a:ext cx="113400" cy="11340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69" name="Google Shape;569;p7"/>
                <p:cNvSpPr/>
                <p:nvPr/>
              </p:nvSpPr>
              <p:spPr>
                <a:xfrm>
                  <a:off x="2453300" y="1521500"/>
                  <a:ext cx="108900" cy="10890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70" name="Google Shape;570;p7"/>
                <p:cNvSpPr/>
                <p:nvPr/>
              </p:nvSpPr>
              <p:spPr>
                <a:xfrm>
                  <a:off x="2458250" y="1315275"/>
                  <a:ext cx="99000" cy="9900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71" name="Google Shape;571;p7"/>
                <p:cNvSpPr/>
                <p:nvPr/>
              </p:nvSpPr>
              <p:spPr>
                <a:xfrm>
                  <a:off x="2463050" y="1109050"/>
                  <a:ext cx="89400" cy="89400"/>
                </a:xfrm>
                <a:prstGeom prst="rect">
                  <a:avLst/>
                </a:prstGeom>
                <a:solidFill>
                  <a:srgbClr val="009F8C">
                    <a:alpha val="6499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72" name="Google Shape;572;p7"/>
                <p:cNvSpPr/>
                <p:nvPr/>
              </p:nvSpPr>
              <p:spPr>
                <a:xfrm>
                  <a:off x="2463050" y="902825"/>
                  <a:ext cx="89400" cy="8940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73" name="Google Shape;573;p7"/>
                <p:cNvSpPr/>
                <p:nvPr/>
              </p:nvSpPr>
              <p:spPr>
                <a:xfrm>
                  <a:off x="2468000" y="685625"/>
                  <a:ext cx="79500" cy="795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  <p:grpSp>
          <p:nvGrpSpPr>
            <p:cNvPr id="574" name="Google Shape;574;p7"/>
            <p:cNvGrpSpPr/>
            <p:nvPr/>
          </p:nvGrpSpPr>
          <p:grpSpPr>
            <a:xfrm>
              <a:off x="569825" y="-1044592"/>
              <a:ext cx="143400" cy="2454350"/>
              <a:chOff x="2436050" y="685625"/>
              <a:chExt cx="143400" cy="2454350"/>
            </a:xfrm>
          </p:grpSpPr>
          <p:grpSp>
            <p:nvGrpSpPr>
              <p:cNvPr id="575" name="Google Shape;575;p7"/>
              <p:cNvGrpSpPr/>
              <p:nvPr/>
            </p:nvGrpSpPr>
            <p:grpSpPr>
              <a:xfrm>
                <a:off x="2436050" y="685625"/>
                <a:ext cx="143400" cy="2454350"/>
                <a:chOff x="2436050" y="685625"/>
                <a:chExt cx="143400" cy="2454350"/>
              </a:xfrm>
            </p:grpSpPr>
            <p:sp>
              <p:nvSpPr>
                <p:cNvPr id="576" name="Google Shape;576;p7"/>
                <p:cNvSpPr/>
                <p:nvPr/>
              </p:nvSpPr>
              <p:spPr>
                <a:xfrm>
                  <a:off x="2436050" y="2996575"/>
                  <a:ext cx="143400" cy="1434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77" name="Google Shape;577;p7"/>
                <p:cNvSpPr/>
                <p:nvPr/>
              </p:nvSpPr>
              <p:spPr>
                <a:xfrm>
                  <a:off x="2444600" y="2785850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78" name="Google Shape;578;p7"/>
                <p:cNvSpPr/>
                <p:nvPr/>
              </p:nvSpPr>
              <p:spPr>
                <a:xfrm>
                  <a:off x="2444600" y="2575125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79" name="Google Shape;579;p7"/>
                <p:cNvSpPr/>
                <p:nvPr/>
              </p:nvSpPr>
              <p:spPr>
                <a:xfrm>
                  <a:off x="2444600" y="2364400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80" name="Google Shape;580;p7"/>
                <p:cNvSpPr/>
                <p:nvPr/>
              </p:nvSpPr>
              <p:spPr>
                <a:xfrm>
                  <a:off x="2448950" y="2153675"/>
                  <a:ext cx="117600" cy="1179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81" name="Google Shape;581;p7"/>
                <p:cNvSpPr/>
                <p:nvPr/>
              </p:nvSpPr>
              <p:spPr>
                <a:xfrm>
                  <a:off x="2448950" y="1942950"/>
                  <a:ext cx="117600" cy="1179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82" name="Google Shape;582;p7"/>
                <p:cNvSpPr/>
                <p:nvPr/>
              </p:nvSpPr>
              <p:spPr>
                <a:xfrm>
                  <a:off x="2451050" y="1732225"/>
                  <a:ext cx="113400" cy="1134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83" name="Google Shape;583;p7"/>
                <p:cNvSpPr/>
                <p:nvPr/>
              </p:nvSpPr>
              <p:spPr>
                <a:xfrm>
                  <a:off x="2453300" y="1521500"/>
                  <a:ext cx="108900" cy="1089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84" name="Google Shape;584;p7"/>
                <p:cNvSpPr/>
                <p:nvPr/>
              </p:nvSpPr>
              <p:spPr>
                <a:xfrm>
                  <a:off x="2458250" y="1315275"/>
                  <a:ext cx="99000" cy="990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85" name="Google Shape;585;p7"/>
                <p:cNvSpPr/>
                <p:nvPr/>
              </p:nvSpPr>
              <p:spPr>
                <a:xfrm>
                  <a:off x="2463050" y="1109050"/>
                  <a:ext cx="89400" cy="894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86" name="Google Shape;586;p7"/>
                <p:cNvSpPr/>
                <p:nvPr/>
              </p:nvSpPr>
              <p:spPr>
                <a:xfrm>
                  <a:off x="2463050" y="902825"/>
                  <a:ext cx="89400" cy="894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87" name="Google Shape;587;p7"/>
                <p:cNvSpPr/>
                <p:nvPr/>
              </p:nvSpPr>
              <p:spPr>
                <a:xfrm>
                  <a:off x="2468000" y="685625"/>
                  <a:ext cx="79500" cy="795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588" name="Google Shape;588;p7"/>
              <p:cNvGrpSpPr/>
              <p:nvPr/>
            </p:nvGrpSpPr>
            <p:grpSpPr>
              <a:xfrm>
                <a:off x="2436050" y="685625"/>
                <a:ext cx="143400" cy="2454350"/>
                <a:chOff x="2436050" y="685625"/>
                <a:chExt cx="143400" cy="2454350"/>
              </a:xfrm>
            </p:grpSpPr>
            <p:sp>
              <p:nvSpPr>
                <p:cNvPr id="589" name="Google Shape;589;p7"/>
                <p:cNvSpPr/>
                <p:nvPr/>
              </p:nvSpPr>
              <p:spPr>
                <a:xfrm>
                  <a:off x="2436050" y="2996575"/>
                  <a:ext cx="143400" cy="143400"/>
                </a:xfrm>
                <a:prstGeom prst="rect">
                  <a:avLst/>
                </a:prstGeom>
                <a:solidFill>
                  <a:srgbClr val="009F8C">
                    <a:alpha val="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90" name="Google Shape;590;p7"/>
                <p:cNvSpPr/>
                <p:nvPr/>
              </p:nvSpPr>
              <p:spPr>
                <a:xfrm>
                  <a:off x="2444600" y="2785850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91" name="Google Shape;591;p7"/>
                <p:cNvSpPr/>
                <p:nvPr/>
              </p:nvSpPr>
              <p:spPr>
                <a:xfrm>
                  <a:off x="2444600" y="2575125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92" name="Google Shape;592;p7"/>
                <p:cNvSpPr/>
                <p:nvPr/>
              </p:nvSpPr>
              <p:spPr>
                <a:xfrm>
                  <a:off x="2444600" y="2364400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93" name="Google Shape;593;p7"/>
                <p:cNvSpPr/>
                <p:nvPr/>
              </p:nvSpPr>
              <p:spPr>
                <a:xfrm>
                  <a:off x="2448950" y="2153675"/>
                  <a:ext cx="117600" cy="11790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94" name="Google Shape;594;p7"/>
                <p:cNvSpPr/>
                <p:nvPr/>
              </p:nvSpPr>
              <p:spPr>
                <a:xfrm>
                  <a:off x="2448950" y="1942950"/>
                  <a:ext cx="117600" cy="11790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95" name="Google Shape;595;p7"/>
                <p:cNvSpPr/>
                <p:nvPr/>
              </p:nvSpPr>
              <p:spPr>
                <a:xfrm>
                  <a:off x="2451050" y="1732225"/>
                  <a:ext cx="113400" cy="11340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96" name="Google Shape;596;p7"/>
                <p:cNvSpPr/>
                <p:nvPr/>
              </p:nvSpPr>
              <p:spPr>
                <a:xfrm>
                  <a:off x="2453300" y="1521500"/>
                  <a:ext cx="108900" cy="10890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97" name="Google Shape;597;p7"/>
                <p:cNvSpPr/>
                <p:nvPr/>
              </p:nvSpPr>
              <p:spPr>
                <a:xfrm>
                  <a:off x="2458250" y="1315275"/>
                  <a:ext cx="99000" cy="9900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98" name="Google Shape;598;p7"/>
                <p:cNvSpPr/>
                <p:nvPr/>
              </p:nvSpPr>
              <p:spPr>
                <a:xfrm>
                  <a:off x="2463050" y="1109050"/>
                  <a:ext cx="89400" cy="89400"/>
                </a:xfrm>
                <a:prstGeom prst="rect">
                  <a:avLst/>
                </a:prstGeom>
                <a:solidFill>
                  <a:srgbClr val="009F8C">
                    <a:alpha val="6499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599" name="Google Shape;599;p7"/>
                <p:cNvSpPr/>
                <p:nvPr/>
              </p:nvSpPr>
              <p:spPr>
                <a:xfrm>
                  <a:off x="2463050" y="902825"/>
                  <a:ext cx="89400" cy="8940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00" name="Google Shape;600;p7"/>
                <p:cNvSpPr/>
                <p:nvPr/>
              </p:nvSpPr>
              <p:spPr>
                <a:xfrm>
                  <a:off x="2468000" y="685625"/>
                  <a:ext cx="79500" cy="795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  <p:grpSp>
          <p:nvGrpSpPr>
            <p:cNvPr id="601" name="Google Shape;601;p7"/>
            <p:cNvGrpSpPr/>
            <p:nvPr/>
          </p:nvGrpSpPr>
          <p:grpSpPr>
            <a:xfrm>
              <a:off x="321125" y="2448450"/>
              <a:ext cx="143400" cy="2454350"/>
              <a:chOff x="2030200" y="685625"/>
              <a:chExt cx="143400" cy="2454350"/>
            </a:xfrm>
          </p:grpSpPr>
          <p:grpSp>
            <p:nvGrpSpPr>
              <p:cNvPr id="602" name="Google Shape;602;p7"/>
              <p:cNvGrpSpPr/>
              <p:nvPr/>
            </p:nvGrpSpPr>
            <p:grpSpPr>
              <a:xfrm>
                <a:off x="2030200" y="685625"/>
                <a:ext cx="143400" cy="2454350"/>
                <a:chOff x="2436050" y="685625"/>
                <a:chExt cx="143400" cy="2454350"/>
              </a:xfrm>
            </p:grpSpPr>
            <p:sp>
              <p:nvSpPr>
                <p:cNvPr id="603" name="Google Shape;603;p7"/>
                <p:cNvSpPr/>
                <p:nvPr/>
              </p:nvSpPr>
              <p:spPr>
                <a:xfrm>
                  <a:off x="2436050" y="2996575"/>
                  <a:ext cx="143400" cy="1434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04" name="Google Shape;604;p7"/>
                <p:cNvSpPr/>
                <p:nvPr/>
              </p:nvSpPr>
              <p:spPr>
                <a:xfrm>
                  <a:off x="2444600" y="2785850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05" name="Google Shape;605;p7"/>
                <p:cNvSpPr/>
                <p:nvPr/>
              </p:nvSpPr>
              <p:spPr>
                <a:xfrm>
                  <a:off x="2444600" y="2575125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06" name="Google Shape;606;p7"/>
                <p:cNvSpPr/>
                <p:nvPr/>
              </p:nvSpPr>
              <p:spPr>
                <a:xfrm>
                  <a:off x="2444600" y="2364400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07" name="Google Shape;607;p7"/>
                <p:cNvSpPr/>
                <p:nvPr/>
              </p:nvSpPr>
              <p:spPr>
                <a:xfrm>
                  <a:off x="2448950" y="2153675"/>
                  <a:ext cx="117600" cy="1179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08" name="Google Shape;608;p7"/>
                <p:cNvSpPr/>
                <p:nvPr/>
              </p:nvSpPr>
              <p:spPr>
                <a:xfrm>
                  <a:off x="2448950" y="1942950"/>
                  <a:ext cx="117600" cy="1179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09" name="Google Shape;609;p7"/>
                <p:cNvSpPr/>
                <p:nvPr/>
              </p:nvSpPr>
              <p:spPr>
                <a:xfrm>
                  <a:off x="2451050" y="1732225"/>
                  <a:ext cx="113400" cy="1134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10" name="Google Shape;610;p7"/>
                <p:cNvSpPr/>
                <p:nvPr/>
              </p:nvSpPr>
              <p:spPr>
                <a:xfrm>
                  <a:off x="2453300" y="1521500"/>
                  <a:ext cx="108900" cy="1089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11" name="Google Shape;611;p7"/>
                <p:cNvSpPr/>
                <p:nvPr/>
              </p:nvSpPr>
              <p:spPr>
                <a:xfrm>
                  <a:off x="2458250" y="1315275"/>
                  <a:ext cx="99000" cy="990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12" name="Google Shape;612;p7"/>
                <p:cNvSpPr/>
                <p:nvPr/>
              </p:nvSpPr>
              <p:spPr>
                <a:xfrm>
                  <a:off x="2463050" y="1109050"/>
                  <a:ext cx="89400" cy="894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13" name="Google Shape;613;p7"/>
                <p:cNvSpPr/>
                <p:nvPr/>
              </p:nvSpPr>
              <p:spPr>
                <a:xfrm>
                  <a:off x="2463050" y="902825"/>
                  <a:ext cx="89400" cy="894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14" name="Google Shape;614;p7"/>
                <p:cNvSpPr/>
                <p:nvPr/>
              </p:nvSpPr>
              <p:spPr>
                <a:xfrm>
                  <a:off x="2468000" y="685625"/>
                  <a:ext cx="79500" cy="795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615" name="Google Shape;615;p7"/>
              <p:cNvGrpSpPr/>
              <p:nvPr/>
            </p:nvGrpSpPr>
            <p:grpSpPr>
              <a:xfrm>
                <a:off x="2030200" y="685625"/>
                <a:ext cx="143400" cy="2454350"/>
                <a:chOff x="2436050" y="685625"/>
                <a:chExt cx="143400" cy="2454350"/>
              </a:xfrm>
            </p:grpSpPr>
            <p:sp>
              <p:nvSpPr>
                <p:cNvPr id="616" name="Google Shape;616;p7"/>
                <p:cNvSpPr/>
                <p:nvPr/>
              </p:nvSpPr>
              <p:spPr>
                <a:xfrm>
                  <a:off x="2436050" y="2996575"/>
                  <a:ext cx="143400" cy="143400"/>
                </a:xfrm>
                <a:prstGeom prst="rect">
                  <a:avLst/>
                </a:prstGeom>
                <a:solidFill>
                  <a:srgbClr val="009F8C">
                    <a:alpha val="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17" name="Google Shape;617;p7"/>
                <p:cNvSpPr/>
                <p:nvPr/>
              </p:nvSpPr>
              <p:spPr>
                <a:xfrm>
                  <a:off x="2444600" y="2785850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18" name="Google Shape;618;p7"/>
                <p:cNvSpPr/>
                <p:nvPr/>
              </p:nvSpPr>
              <p:spPr>
                <a:xfrm>
                  <a:off x="2444600" y="2575125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19" name="Google Shape;619;p7"/>
                <p:cNvSpPr/>
                <p:nvPr/>
              </p:nvSpPr>
              <p:spPr>
                <a:xfrm>
                  <a:off x="2444600" y="2364400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20" name="Google Shape;620;p7"/>
                <p:cNvSpPr/>
                <p:nvPr/>
              </p:nvSpPr>
              <p:spPr>
                <a:xfrm>
                  <a:off x="2448950" y="2153675"/>
                  <a:ext cx="117600" cy="11790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21" name="Google Shape;621;p7"/>
                <p:cNvSpPr/>
                <p:nvPr/>
              </p:nvSpPr>
              <p:spPr>
                <a:xfrm>
                  <a:off x="2448950" y="1942950"/>
                  <a:ext cx="117600" cy="11790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22" name="Google Shape;622;p7"/>
                <p:cNvSpPr/>
                <p:nvPr/>
              </p:nvSpPr>
              <p:spPr>
                <a:xfrm>
                  <a:off x="2451050" y="1732225"/>
                  <a:ext cx="113400" cy="11340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23" name="Google Shape;623;p7"/>
                <p:cNvSpPr/>
                <p:nvPr/>
              </p:nvSpPr>
              <p:spPr>
                <a:xfrm>
                  <a:off x="2453300" y="1521500"/>
                  <a:ext cx="108900" cy="10890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24" name="Google Shape;624;p7"/>
                <p:cNvSpPr/>
                <p:nvPr/>
              </p:nvSpPr>
              <p:spPr>
                <a:xfrm>
                  <a:off x="2458250" y="1315275"/>
                  <a:ext cx="99000" cy="9900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25" name="Google Shape;625;p7"/>
                <p:cNvSpPr/>
                <p:nvPr/>
              </p:nvSpPr>
              <p:spPr>
                <a:xfrm>
                  <a:off x="2463050" y="1109050"/>
                  <a:ext cx="89400" cy="89400"/>
                </a:xfrm>
                <a:prstGeom prst="rect">
                  <a:avLst/>
                </a:prstGeom>
                <a:solidFill>
                  <a:srgbClr val="009F8C">
                    <a:alpha val="6499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26" name="Google Shape;626;p7"/>
                <p:cNvSpPr/>
                <p:nvPr/>
              </p:nvSpPr>
              <p:spPr>
                <a:xfrm>
                  <a:off x="2463050" y="902825"/>
                  <a:ext cx="89400" cy="8940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627" name="Google Shape;627;p7"/>
                <p:cNvSpPr/>
                <p:nvPr/>
              </p:nvSpPr>
              <p:spPr>
                <a:xfrm>
                  <a:off x="2468000" y="685625"/>
                  <a:ext cx="79500" cy="795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9" name="Google Shape;2929;p29"/>
          <p:cNvGrpSpPr/>
          <p:nvPr/>
        </p:nvGrpSpPr>
        <p:grpSpPr>
          <a:xfrm>
            <a:off x="96700" y="-571283"/>
            <a:ext cx="8886025" cy="6099990"/>
            <a:chOff x="96700" y="-571283"/>
            <a:chExt cx="8886025" cy="6099990"/>
          </a:xfrm>
        </p:grpSpPr>
        <p:grpSp>
          <p:nvGrpSpPr>
            <p:cNvPr id="2930" name="Google Shape;2930;p29"/>
            <p:cNvGrpSpPr/>
            <p:nvPr/>
          </p:nvGrpSpPr>
          <p:grpSpPr>
            <a:xfrm>
              <a:off x="96700" y="969600"/>
              <a:ext cx="143400" cy="2454350"/>
              <a:chOff x="2436050" y="685625"/>
              <a:chExt cx="143400" cy="2454350"/>
            </a:xfrm>
          </p:grpSpPr>
          <p:grpSp>
            <p:nvGrpSpPr>
              <p:cNvPr id="2931" name="Google Shape;2931;p29"/>
              <p:cNvGrpSpPr/>
              <p:nvPr/>
            </p:nvGrpSpPr>
            <p:grpSpPr>
              <a:xfrm>
                <a:off x="2436050" y="685625"/>
                <a:ext cx="143400" cy="2454350"/>
                <a:chOff x="2436050" y="685625"/>
                <a:chExt cx="143400" cy="2454350"/>
              </a:xfrm>
            </p:grpSpPr>
            <p:sp>
              <p:nvSpPr>
                <p:cNvPr id="2932" name="Google Shape;2932;p29"/>
                <p:cNvSpPr/>
                <p:nvPr/>
              </p:nvSpPr>
              <p:spPr>
                <a:xfrm>
                  <a:off x="2436050" y="2996575"/>
                  <a:ext cx="143400" cy="1434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33" name="Google Shape;2933;p29"/>
                <p:cNvSpPr/>
                <p:nvPr/>
              </p:nvSpPr>
              <p:spPr>
                <a:xfrm>
                  <a:off x="2444600" y="2785850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34" name="Google Shape;2934;p29"/>
                <p:cNvSpPr/>
                <p:nvPr/>
              </p:nvSpPr>
              <p:spPr>
                <a:xfrm>
                  <a:off x="2444600" y="2575125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35" name="Google Shape;2935;p29"/>
                <p:cNvSpPr/>
                <p:nvPr/>
              </p:nvSpPr>
              <p:spPr>
                <a:xfrm>
                  <a:off x="2444600" y="2364400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36" name="Google Shape;2936;p29"/>
                <p:cNvSpPr/>
                <p:nvPr/>
              </p:nvSpPr>
              <p:spPr>
                <a:xfrm>
                  <a:off x="2448950" y="2153675"/>
                  <a:ext cx="117600" cy="1179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37" name="Google Shape;2937;p29"/>
                <p:cNvSpPr/>
                <p:nvPr/>
              </p:nvSpPr>
              <p:spPr>
                <a:xfrm>
                  <a:off x="2448950" y="1942950"/>
                  <a:ext cx="117600" cy="1179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38" name="Google Shape;2938;p29"/>
                <p:cNvSpPr/>
                <p:nvPr/>
              </p:nvSpPr>
              <p:spPr>
                <a:xfrm>
                  <a:off x="2451050" y="1732225"/>
                  <a:ext cx="113400" cy="1134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39" name="Google Shape;2939;p29"/>
                <p:cNvSpPr/>
                <p:nvPr/>
              </p:nvSpPr>
              <p:spPr>
                <a:xfrm>
                  <a:off x="2453300" y="1521500"/>
                  <a:ext cx="108900" cy="1089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40" name="Google Shape;2940;p29"/>
                <p:cNvSpPr/>
                <p:nvPr/>
              </p:nvSpPr>
              <p:spPr>
                <a:xfrm>
                  <a:off x="2458250" y="1315275"/>
                  <a:ext cx="99000" cy="990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41" name="Google Shape;2941;p29"/>
                <p:cNvSpPr/>
                <p:nvPr/>
              </p:nvSpPr>
              <p:spPr>
                <a:xfrm>
                  <a:off x="2463050" y="1109050"/>
                  <a:ext cx="89400" cy="894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42" name="Google Shape;2942;p29"/>
                <p:cNvSpPr/>
                <p:nvPr/>
              </p:nvSpPr>
              <p:spPr>
                <a:xfrm>
                  <a:off x="2463050" y="902825"/>
                  <a:ext cx="89400" cy="894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43" name="Google Shape;2943;p29"/>
                <p:cNvSpPr/>
                <p:nvPr/>
              </p:nvSpPr>
              <p:spPr>
                <a:xfrm>
                  <a:off x="2468000" y="685625"/>
                  <a:ext cx="79500" cy="795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2944" name="Google Shape;2944;p29"/>
              <p:cNvGrpSpPr/>
              <p:nvPr/>
            </p:nvGrpSpPr>
            <p:grpSpPr>
              <a:xfrm>
                <a:off x="2436050" y="685625"/>
                <a:ext cx="143400" cy="2454350"/>
                <a:chOff x="2436050" y="685625"/>
                <a:chExt cx="143400" cy="2454350"/>
              </a:xfrm>
            </p:grpSpPr>
            <p:sp>
              <p:nvSpPr>
                <p:cNvPr id="2945" name="Google Shape;2945;p29"/>
                <p:cNvSpPr/>
                <p:nvPr/>
              </p:nvSpPr>
              <p:spPr>
                <a:xfrm>
                  <a:off x="2436050" y="2996575"/>
                  <a:ext cx="143400" cy="143400"/>
                </a:xfrm>
                <a:prstGeom prst="rect">
                  <a:avLst/>
                </a:prstGeom>
                <a:solidFill>
                  <a:srgbClr val="009F8C">
                    <a:alpha val="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46" name="Google Shape;2946;p29"/>
                <p:cNvSpPr/>
                <p:nvPr/>
              </p:nvSpPr>
              <p:spPr>
                <a:xfrm>
                  <a:off x="2444600" y="2785850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47" name="Google Shape;2947;p29"/>
                <p:cNvSpPr/>
                <p:nvPr/>
              </p:nvSpPr>
              <p:spPr>
                <a:xfrm>
                  <a:off x="2444600" y="2575125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48" name="Google Shape;2948;p29"/>
                <p:cNvSpPr/>
                <p:nvPr/>
              </p:nvSpPr>
              <p:spPr>
                <a:xfrm>
                  <a:off x="2444600" y="2364400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49" name="Google Shape;2949;p29"/>
                <p:cNvSpPr/>
                <p:nvPr/>
              </p:nvSpPr>
              <p:spPr>
                <a:xfrm>
                  <a:off x="2448950" y="2153675"/>
                  <a:ext cx="117600" cy="11790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50" name="Google Shape;2950;p29"/>
                <p:cNvSpPr/>
                <p:nvPr/>
              </p:nvSpPr>
              <p:spPr>
                <a:xfrm>
                  <a:off x="2448950" y="1942950"/>
                  <a:ext cx="117600" cy="11790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51" name="Google Shape;2951;p29"/>
                <p:cNvSpPr/>
                <p:nvPr/>
              </p:nvSpPr>
              <p:spPr>
                <a:xfrm>
                  <a:off x="2451050" y="1732225"/>
                  <a:ext cx="113400" cy="11340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52" name="Google Shape;2952;p29"/>
                <p:cNvSpPr/>
                <p:nvPr/>
              </p:nvSpPr>
              <p:spPr>
                <a:xfrm>
                  <a:off x="2453300" y="1521500"/>
                  <a:ext cx="108900" cy="10890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53" name="Google Shape;2953;p29"/>
                <p:cNvSpPr/>
                <p:nvPr/>
              </p:nvSpPr>
              <p:spPr>
                <a:xfrm>
                  <a:off x="2458250" y="1315275"/>
                  <a:ext cx="99000" cy="9900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54" name="Google Shape;2954;p29"/>
                <p:cNvSpPr/>
                <p:nvPr/>
              </p:nvSpPr>
              <p:spPr>
                <a:xfrm>
                  <a:off x="2463050" y="1109050"/>
                  <a:ext cx="89400" cy="89400"/>
                </a:xfrm>
                <a:prstGeom prst="rect">
                  <a:avLst/>
                </a:prstGeom>
                <a:solidFill>
                  <a:srgbClr val="009F8C">
                    <a:alpha val="6499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55" name="Google Shape;2955;p29"/>
                <p:cNvSpPr/>
                <p:nvPr/>
              </p:nvSpPr>
              <p:spPr>
                <a:xfrm>
                  <a:off x="2463050" y="902825"/>
                  <a:ext cx="89400" cy="8940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56" name="Google Shape;2956;p29"/>
                <p:cNvSpPr/>
                <p:nvPr/>
              </p:nvSpPr>
              <p:spPr>
                <a:xfrm>
                  <a:off x="2468000" y="685625"/>
                  <a:ext cx="79500" cy="795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  <p:grpSp>
          <p:nvGrpSpPr>
            <p:cNvPr id="2957" name="Google Shape;2957;p29"/>
            <p:cNvGrpSpPr/>
            <p:nvPr/>
          </p:nvGrpSpPr>
          <p:grpSpPr>
            <a:xfrm>
              <a:off x="408350" y="-571283"/>
              <a:ext cx="143400" cy="2454350"/>
              <a:chOff x="2030200" y="685625"/>
              <a:chExt cx="143400" cy="2454350"/>
            </a:xfrm>
          </p:grpSpPr>
          <p:grpSp>
            <p:nvGrpSpPr>
              <p:cNvPr id="2958" name="Google Shape;2958;p29"/>
              <p:cNvGrpSpPr/>
              <p:nvPr/>
            </p:nvGrpSpPr>
            <p:grpSpPr>
              <a:xfrm>
                <a:off x="2030200" y="685625"/>
                <a:ext cx="143400" cy="2454350"/>
                <a:chOff x="2436050" y="685625"/>
                <a:chExt cx="143400" cy="2454350"/>
              </a:xfrm>
            </p:grpSpPr>
            <p:sp>
              <p:nvSpPr>
                <p:cNvPr id="2959" name="Google Shape;2959;p29"/>
                <p:cNvSpPr/>
                <p:nvPr/>
              </p:nvSpPr>
              <p:spPr>
                <a:xfrm>
                  <a:off x="2436050" y="2996575"/>
                  <a:ext cx="143400" cy="1434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60" name="Google Shape;2960;p29"/>
                <p:cNvSpPr/>
                <p:nvPr/>
              </p:nvSpPr>
              <p:spPr>
                <a:xfrm>
                  <a:off x="2444600" y="2785850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61" name="Google Shape;2961;p29"/>
                <p:cNvSpPr/>
                <p:nvPr/>
              </p:nvSpPr>
              <p:spPr>
                <a:xfrm>
                  <a:off x="2444600" y="2575125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62" name="Google Shape;2962;p29"/>
                <p:cNvSpPr/>
                <p:nvPr/>
              </p:nvSpPr>
              <p:spPr>
                <a:xfrm>
                  <a:off x="2444600" y="2364400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63" name="Google Shape;2963;p29"/>
                <p:cNvSpPr/>
                <p:nvPr/>
              </p:nvSpPr>
              <p:spPr>
                <a:xfrm>
                  <a:off x="2448950" y="2153675"/>
                  <a:ext cx="117600" cy="1179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64" name="Google Shape;2964;p29"/>
                <p:cNvSpPr/>
                <p:nvPr/>
              </p:nvSpPr>
              <p:spPr>
                <a:xfrm>
                  <a:off x="2448950" y="1942950"/>
                  <a:ext cx="117600" cy="1179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65" name="Google Shape;2965;p29"/>
                <p:cNvSpPr/>
                <p:nvPr/>
              </p:nvSpPr>
              <p:spPr>
                <a:xfrm>
                  <a:off x="2451050" y="1732225"/>
                  <a:ext cx="113400" cy="1134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66" name="Google Shape;2966;p29"/>
                <p:cNvSpPr/>
                <p:nvPr/>
              </p:nvSpPr>
              <p:spPr>
                <a:xfrm>
                  <a:off x="2453300" y="1521500"/>
                  <a:ext cx="108900" cy="1089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67" name="Google Shape;2967;p29"/>
                <p:cNvSpPr/>
                <p:nvPr/>
              </p:nvSpPr>
              <p:spPr>
                <a:xfrm>
                  <a:off x="2458250" y="1315275"/>
                  <a:ext cx="99000" cy="990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68" name="Google Shape;2968;p29"/>
                <p:cNvSpPr/>
                <p:nvPr/>
              </p:nvSpPr>
              <p:spPr>
                <a:xfrm>
                  <a:off x="2463050" y="1109050"/>
                  <a:ext cx="89400" cy="894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69" name="Google Shape;2969;p29"/>
                <p:cNvSpPr/>
                <p:nvPr/>
              </p:nvSpPr>
              <p:spPr>
                <a:xfrm>
                  <a:off x="2463050" y="902825"/>
                  <a:ext cx="89400" cy="894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70" name="Google Shape;2970;p29"/>
                <p:cNvSpPr/>
                <p:nvPr/>
              </p:nvSpPr>
              <p:spPr>
                <a:xfrm>
                  <a:off x="2468000" y="685625"/>
                  <a:ext cx="79500" cy="795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2971" name="Google Shape;2971;p29"/>
              <p:cNvGrpSpPr/>
              <p:nvPr/>
            </p:nvGrpSpPr>
            <p:grpSpPr>
              <a:xfrm>
                <a:off x="2030200" y="685625"/>
                <a:ext cx="143400" cy="2454350"/>
                <a:chOff x="2436050" y="685625"/>
                <a:chExt cx="143400" cy="2454350"/>
              </a:xfrm>
            </p:grpSpPr>
            <p:sp>
              <p:nvSpPr>
                <p:cNvPr id="2972" name="Google Shape;2972;p29"/>
                <p:cNvSpPr/>
                <p:nvPr/>
              </p:nvSpPr>
              <p:spPr>
                <a:xfrm>
                  <a:off x="2436050" y="2996575"/>
                  <a:ext cx="143400" cy="143400"/>
                </a:xfrm>
                <a:prstGeom prst="rect">
                  <a:avLst/>
                </a:prstGeom>
                <a:solidFill>
                  <a:srgbClr val="009F8C">
                    <a:alpha val="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73" name="Google Shape;2973;p29"/>
                <p:cNvSpPr/>
                <p:nvPr/>
              </p:nvSpPr>
              <p:spPr>
                <a:xfrm>
                  <a:off x="2444600" y="2785850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74" name="Google Shape;2974;p29"/>
                <p:cNvSpPr/>
                <p:nvPr/>
              </p:nvSpPr>
              <p:spPr>
                <a:xfrm>
                  <a:off x="2444600" y="2575125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75" name="Google Shape;2975;p29"/>
                <p:cNvSpPr/>
                <p:nvPr/>
              </p:nvSpPr>
              <p:spPr>
                <a:xfrm>
                  <a:off x="2444600" y="2364400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76" name="Google Shape;2976;p29"/>
                <p:cNvSpPr/>
                <p:nvPr/>
              </p:nvSpPr>
              <p:spPr>
                <a:xfrm>
                  <a:off x="2448950" y="2153675"/>
                  <a:ext cx="117600" cy="11790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77" name="Google Shape;2977;p29"/>
                <p:cNvSpPr/>
                <p:nvPr/>
              </p:nvSpPr>
              <p:spPr>
                <a:xfrm>
                  <a:off x="2448950" y="1942950"/>
                  <a:ext cx="117600" cy="11790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78" name="Google Shape;2978;p29"/>
                <p:cNvSpPr/>
                <p:nvPr/>
              </p:nvSpPr>
              <p:spPr>
                <a:xfrm>
                  <a:off x="2451050" y="1732225"/>
                  <a:ext cx="113400" cy="11340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79" name="Google Shape;2979;p29"/>
                <p:cNvSpPr/>
                <p:nvPr/>
              </p:nvSpPr>
              <p:spPr>
                <a:xfrm>
                  <a:off x="2453300" y="1521500"/>
                  <a:ext cx="108900" cy="10890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80" name="Google Shape;2980;p29"/>
                <p:cNvSpPr/>
                <p:nvPr/>
              </p:nvSpPr>
              <p:spPr>
                <a:xfrm>
                  <a:off x="2458250" y="1315275"/>
                  <a:ext cx="99000" cy="9900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81" name="Google Shape;2981;p29"/>
                <p:cNvSpPr/>
                <p:nvPr/>
              </p:nvSpPr>
              <p:spPr>
                <a:xfrm>
                  <a:off x="2463050" y="1109050"/>
                  <a:ext cx="89400" cy="89400"/>
                </a:xfrm>
                <a:prstGeom prst="rect">
                  <a:avLst/>
                </a:prstGeom>
                <a:solidFill>
                  <a:srgbClr val="009F8C">
                    <a:alpha val="6499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82" name="Google Shape;2982;p29"/>
                <p:cNvSpPr/>
                <p:nvPr/>
              </p:nvSpPr>
              <p:spPr>
                <a:xfrm>
                  <a:off x="2463050" y="902825"/>
                  <a:ext cx="89400" cy="8940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83" name="Google Shape;2983;p29"/>
                <p:cNvSpPr/>
                <p:nvPr/>
              </p:nvSpPr>
              <p:spPr>
                <a:xfrm>
                  <a:off x="2468000" y="685625"/>
                  <a:ext cx="79500" cy="795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  <p:grpSp>
          <p:nvGrpSpPr>
            <p:cNvPr id="2984" name="Google Shape;2984;p29"/>
            <p:cNvGrpSpPr/>
            <p:nvPr/>
          </p:nvGrpSpPr>
          <p:grpSpPr>
            <a:xfrm>
              <a:off x="576600" y="3074358"/>
              <a:ext cx="143400" cy="2454350"/>
              <a:chOff x="2436050" y="685625"/>
              <a:chExt cx="143400" cy="2454350"/>
            </a:xfrm>
          </p:grpSpPr>
          <p:grpSp>
            <p:nvGrpSpPr>
              <p:cNvPr id="2985" name="Google Shape;2985;p29"/>
              <p:cNvGrpSpPr/>
              <p:nvPr/>
            </p:nvGrpSpPr>
            <p:grpSpPr>
              <a:xfrm>
                <a:off x="2436050" y="685625"/>
                <a:ext cx="143400" cy="2454350"/>
                <a:chOff x="2436050" y="685625"/>
                <a:chExt cx="143400" cy="2454350"/>
              </a:xfrm>
            </p:grpSpPr>
            <p:sp>
              <p:nvSpPr>
                <p:cNvPr id="2986" name="Google Shape;2986;p29"/>
                <p:cNvSpPr/>
                <p:nvPr/>
              </p:nvSpPr>
              <p:spPr>
                <a:xfrm>
                  <a:off x="2436050" y="2996575"/>
                  <a:ext cx="143400" cy="1434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87" name="Google Shape;2987;p29"/>
                <p:cNvSpPr/>
                <p:nvPr/>
              </p:nvSpPr>
              <p:spPr>
                <a:xfrm>
                  <a:off x="2444600" y="2785850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88" name="Google Shape;2988;p29"/>
                <p:cNvSpPr/>
                <p:nvPr/>
              </p:nvSpPr>
              <p:spPr>
                <a:xfrm>
                  <a:off x="2444600" y="2575125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89" name="Google Shape;2989;p29"/>
                <p:cNvSpPr/>
                <p:nvPr/>
              </p:nvSpPr>
              <p:spPr>
                <a:xfrm>
                  <a:off x="2444600" y="2364400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90" name="Google Shape;2990;p29"/>
                <p:cNvSpPr/>
                <p:nvPr/>
              </p:nvSpPr>
              <p:spPr>
                <a:xfrm>
                  <a:off x="2448950" y="2153675"/>
                  <a:ext cx="117600" cy="1179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91" name="Google Shape;2991;p29"/>
                <p:cNvSpPr/>
                <p:nvPr/>
              </p:nvSpPr>
              <p:spPr>
                <a:xfrm>
                  <a:off x="2448950" y="1942950"/>
                  <a:ext cx="117600" cy="1179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92" name="Google Shape;2992;p29"/>
                <p:cNvSpPr/>
                <p:nvPr/>
              </p:nvSpPr>
              <p:spPr>
                <a:xfrm>
                  <a:off x="2451050" y="1732225"/>
                  <a:ext cx="113400" cy="1134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93" name="Google Shape;2993;p29"/>
                <p:cNvSpPr/>
                <p:nvPr/>
              </p:nvSpPr>
              <p:spPr>
                <a:xfrm>
                  <a:off x="2453300" y="1521500"/>
                  <a:ext cx="108900" cy="1089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94" name="Google Shape;2994;p29"/>
                <p:cNvSpPr/>
                <p:nvPr/>
              </p:nvSpPr>
              <p:spPr>
                <a:xfrm>
                  <a:off x="2458250" y="1315275"/>
                  <a:ext cx="99000" cy="990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95" name="Google Shape;2995;p29"/>
                <p:cNvSpPr/>
                <p:nvPr/>
              </p:nvSpPr>
              <p:spPr>
                <a:xfrm>
                  <a:off x="2463050" y="1109050"/>
                  <a:ext cx="89400" cy="894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96" name="Google Shape;2996;p29"/>
                <p:cNvSpPr/>
                <p:nvPr/>
              </p:nvSpPr>
              <p:spPr>
                <a:xfrm>
                  <a:off x="2463050" y="902825"/>
                  <a:ext cx="89400" cy="894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97" name="Google Shape;2997;p29"/>
                <p:cNvSpPr/>
                <p:nvPr/>
              </p:nvSpPr>
              <p:spPr>
                <a:xfrm>
                  <a:off x="2468000" y="685625"/>
                  <a:ext cx="79500" cy="795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2998" name="Google Shape;2998;p29"/>
              <p:cNvGrpSpPr/>
              <p:nvPr/>
            </p:nvGrpSpPr>
            <p:grpSpPr>
              <a:xfrm>
                <a:off x="2436050" y="685625"/>
                <a:ext cx="143400" cy="2454350"/>
                <a:chOff x="2436050" y="685625"/>
                <a:chExt cx="143400" cy="2454350"/>
              </a:xfrm>
            </p:grpSpPr>
            <p:sp>
              <p:nvSpPr>
                <p:cNvPr id="2999" name="Google Shape;2999;p29"/>
                <p:cNvSpPr/>
                <p:nvPr/>
              </p:nvSpPr>
              <p:spPr>
                <a:xfrm>
                  <a:off x="2436050" y="2996575"/>
                  <a:ext cx="143400" cy="143400"/>
                </a:xfrm>
                <a:prstGeom prst="rect">
                  <a:avLst/>
                </a:prstGeom>
                <a:solidFill>
                  <a:srgbClr val="009F8C">
                    <a:alpha val="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00" name="Google Shape;3000;p29"/>
                <p:cNvSpPr/>
                <p:nvPr/>
              </p:nvSpPr>
              <p:spPr>
                <a:xfrm>
                  <a:off x="2444600" y="2785850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01" name="Google Shape;3001;p29"/>
                <p:cNvSpPr/>
                <p:nvPr/>
              </p:nvSpPr>
              <p:spPr>
                <a:xfrm>
                  <a:off x="2444600" y="2575125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02" name="Google Shape;3002;p29"/>
                <p:cNvSpPr/>
                <p:nvPr/>
              </p:nvSpPr>
              <p:spPr>
                <a:xfrm>
                  <a:off x="2444600" y="2364400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03" name="Google Shape;3003;p29"/>
                <p:cNvSpPr/>
                <p:nvPr/>
              </p:nvSpPr>
              <p:spPr>
                <a:xfrm>
                  <a:off x="2448950" y="2153675"/>
                  <a:ext cx="117600" cy="11790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04" name="Google Shape;3004;p29"/>
                <p:cNvSpPr/>
                <p:nvPr/>
              </p:nvSpPr>
              <p:spPr>
                <a:xfrm>
                  <a:off x="2448950" y="1942950"/>
                  <a:ext cx="117600" cy="11790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05" name="Google Shape;3005;p29"/>
                <p:cNvSpPr/>
                <p:nvPr/>
              </p:nvSpPr>
              <p:spPr>
                <a:xfrm>
                  <a:off x="2451050" y="1732225"/>
                  <a:ext cx="113400" cy="11340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06" name="Google Shape;3006;p29"/>
                <p:cNvSpPr/>
                <p:nvPr/>
              </p:nvSpPr>
              <p:spPr>
                <a:xfrm>
                  <a:off x="2453300" y="1521500"/>
                  <a:ext cx="108900" cy="10890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07" name="Google Shape;3007;p29"/>
                <p:cNvSpPr/>
                <p:nvPr/>
              </p:nvSpPr>
              <p:spPr>
                <a:xfrm>
                  <a:off x="2458250" y="1315275"/>
                  <a:ext cx="99000" cy="9900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08" name="Google Shape;3008;p29"/>
                <p:cNvSpPr/>
                <p:nvPr/>
              </p:nvSpPr>
              <p:spPr>
                <a:xfrm>
                  <a:off x="2463050" y="1109050"/>
                  <a:ext cx="89400" cy="89400"/>
                </a:xfrm>
                <a:prstGeom prst="rect">
                  <a:avLst/>
                </a:prstGeom>
                <a:solidFill>
                  <a:srgbClr val="009F8C">
                    <a:alpha val="6499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09" name="Google Shape;3009;p29"/>
                <p:cNvSpPr/>
                <p:nvPr/>
              </p:nvSpPr>
              <p:spPr>
                <a:xfrm>
                  <a:off x="2463050" y="902825"/>
                  <a:ext cx="89400" cy="8940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10" name="Google Shape;3010;p29"/>
                <p:cNvSpPr/>
                <p:nvPr/>
              </p:nvSpPr>
              <p:spPr>
                <a:xfrm>
                  <a:off x="2468000" y="685625"/>
                  <a:ext cx="79500" cy="795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  <p:grpSp>
          <p:nvGrpSpPr>
            <p:cNvPr id="3011" name="Google Shape;3011;p29"/>
            <p:cNvGrpSpPr/>
            <p:nvPr/>
          </p:nvGrpSpPr>
          <p:grpSpPr>
            <a:xfrm>
              <a:off x="8503375" y="-127789"/>
              <a:ext cx="143400" cy="2454350"/>
              <a:chOff x="2030200" y="685625"/>
              <a:chExt cx="143400" cy="2454350"/>
            </a:xfrm>
          </p:grpSpPr>
          <p:grpSp>
            <p:nvGrpSpPr>
              <p:cNvPr id="3012" name="Google Shape;3012;p29"/>
              <p:cNvGrpSpPr/>
              <p:nvPr/>
            </p:nvGrpSpPr>
            <p:grpSpPr>
              <a:xfrm>
                <a:off x="2030200" y="685625"/>
                <a:ext cx="143400" cy="2454350"/>
                <a:chOff x="2436050" y="685625"/>
                <a:chExt cx="143400" cy="2454350"/>
              </a:xfrm>
            </p:grpSpPr>
            <p:sp>
              <p:nvSpPr>
                <p:cNvPr id="3013" name="Google Shape;3013;p29"/>
                <p:cNvSpPr/>
                <p:nvPr/>
              </p:nvSpPr>
              <p:spPr>
                <a:xfrm>
                  <a:off x="2436050" y="2996575"/>
                  <a:ext cx="143400" cy="1434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14" name="Google Shape;3014;p29"/>
                <p:cNvSpPr/>
                <p:nvPr/>
              </p:nvSpPr>
              <p:spPr>
                <a:xfrm>
                  <a:off x="2444600" y="2785850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15" name="Google Shape;3015;p29"/>
                <p:cNvSpPr/>
                <p:nvPr/>
              </p:nvSpPr>
              <p:spPr>
                <a:xfrm>
                  <a:off x="2444600" y="2575125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16" name="Google Shape;3016;p29"/>
                <p:cNvSpPr/>
                <p:nvPr/>
              </p:nvSpPr>
              <p:spPr>
                <a:xfrm>
                  <a:off x="2444600" y="2364400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17" name="Google Shape;3017;p29"/>
                <p:cNvSpPr/>
                <p:nvPr/>
              </p:nvSpPr>
              <p:spPr>
                <a:xfrm>
                  <a:off x="2448950" y="2153675"/>
                  <a:ext cx="117600" cy="1179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18" name="Google Shape;3018;p29"/>
                <p:cNvSpPr/>
                <p:nvPr/>
              </p:nvSpPr>
              <p:spPr>
                <a:xfrm>
                  <a:off x="2448950" y="1942950"/>
                  <a:ext cx="117600" cy="1179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19" name="Google Shape;3019;p29"/>
                <p:cNvSpPr/>
                <p:nvPr/>
              </p:nvSpPr>
              <p:spPr>
                <a:xfrm>
                  <a:off x="2451050" y="1732225"/>
                  <a:ext cx="113400" cy="1134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20" name="Google Shape;3020;p29"/>
                <p:cNvSpPr/>
                <p:nvPr/>
              </p:nvSpPr>
              <p:spPr>
                <a:xfrm>
                  <a:off x="2453300" y="1521500"/>
                  <a:ext cx="108900" cy="1089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21" name="Google Shape;3021;p29"/>
                <p:cNvSpPr/>
                <p:nvPr/>
              </p:nvSpPr>
              <p:spPr>
                <a:xfrm>
                  <a:off x="2458250" y="1315275"/>
                  <a:ext cx="99000" cy="990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22" name="Google Shape;3022;p29"/>
                <p:cNvSpPr/>
                <p:nvPr/>
              </p:nvSpPr>
              <p:spPr>
                <a:xfrm>
                  <a:off x="2463050" y="1109050"/>
                  <a:ext cx="89400" cy="894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23" name="Google Shape;3023;p29"/>
                <p:cNvSpPr/>
                <p:nvPr/>
              </p:nvSpPr>
              <p:spPr>
                <a:xfrm>
                  <a:off x="2463050" y="902825"/>
                  <a:ext cx="89400" cy="894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24" name="Google Shape;3024;p29"/>
                <p:cNvSpPr/>
                <p:nvPr/>
              </p:nvSpPr>
              <p:spPr>
                <a:xfrm>
                  <a:off x="2468000" y="685625"/>
                  <a:ext cx="79500" cy="795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3025" name="Google Shape;3025;p29"/>
              <p:cNvGrpSpPr/>
              <p:nvPr/>
            </p:nvGrpSpPr>
            <p:grpSpPr>
              <a:xfrm>
                <a:off x="2030200" y="685625"/>
                <a:ext cx="143400" cy="2454350"/>
                <a:chOff x="2436050" y="685625"/>
                <a:chExt cx="143400" cy="2454350"/>
              </a:xfrm>
            </p:grpSpPr>
            <p:sp>
              <p:nvSpPr>
                <p:cNvPr id="3026" name="Google Shape;3026;p29"/>
                <p:cNvSpPr/>
                <p:nvPr/>
              </p:nvSpPr>
              <p:spPr>
                <a:xfrm>
                  <a:off x="2436050" y="2996575"/>
                  <a:ext cx="143400" cy="143400"/>
                </a:xfrm>
                <a:prstGeom prst="rect">
                  <a:avLst/>
                </a:prstGeom>
                <a:solidFill>
                  <a:srgbClr val="009F8C">
                    <a:alpha val="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27" name="Google Shape;3027;p29"/>
                <p:cNvSpPr/>
                <p:nvPr/>
              </p:nvSpPr>
              <p:spPr>
                <a:xfrm>
                  <a:off x="2444600" y="2785850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28" name="Google Shape;3028;p29"/>
                <p:cNvSpPr/>
                <p:nvPr/>
              </p:nvSpPr>
              <p:spPr>
                <a:xfrm>
                  <a:off x="2444600" y="2575125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29" name="Google Shape;3029;p29"/>
                <p:cNvSpPr/>
                <p:nvPr/>
              </p:nvSpPr>
              <p:spPr>
                <a:xfrm>
                  <a:off x="2444600" y="2364400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30" name="Google Shape;3030;p29"/>
                <p:cNvSpPr/>
                <p:nvPr/>
              </p:nvSpPr>
              <p:spPr>
                <a:xfrm>
                  <a:off x="2448950" y="2153675"/>
                  <a:ext cx="117600" cy="11790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31" name="Google Shape;3031;p29"/>
                <p:cNvSpPr/>
                <p:nvPr/>
              </p:nvSpPr>
              <p:spPr>
                <a:xfrm>
                  <a:off x="2448950" y="1942950"/>
                  <a:ext cx="117600" cy="11790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32" name="Google Shape;3032;p29"/>
                <p:cNvSpPr/>
                <p:nvPr/>
              </p:nvSpPr>
              <p:spPr>
                <a:xfrm>
                  <a:off x="2451050" y="1732225"/>
                  <a:ext cx="113400" cy="11340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33" name="Google Shape;3033;p29"/>
                <p:cNvSpPr/>
                <p:nvPr/>
              </p:nvSpPr>
              <p:spPr>
                <a:xfrm>
                  <a:off x="2453300" y="1521500"/>
                  <a:ext cx="108900" cy="10890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34" name="Google Shape;3034;p29"/>
                <p:cNvSpPr/>
                <p:nvPr/>
              </p:nvSpPr>
              <p:spPr>
                <a:xfrm>
                  <a:off x="2458250" y="1315275"/>
                  <a:ext cx="99000" cy="9900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35" name="Google Shape;3035;p29"/>
                <p:cNvSpPr/>
                <p:nvPr/>
              </p:nvSpPr>
              <p:spPr>
                <a:xfrm>
                  <a:off x="2463050" y="1109050"/>
                  <a:ext cx="89400" cy="89400"/>
                </a:xfrm>
                <a:prstGeom prst="rect">
                  <a:avLst/>
                </a:prstGeom>
                <a:solidFill>
                  <a:srgbClr val="009F8C">
                    <a:alpha val="6499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36" name="Google Shape;3036;p29"/>
                <p:cNvSpPr/>
                <p:nvPr/>
              </p:nvSpPr>
              <p:spPr>
                <a:xfrm>
                  <a:off x="2463050" y="902825"/>
                  <a:ext cx="89400" cy="8940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37" name="Google Shape;3037;p29"/>
                <p:cNvSpPr/>
                <p:nvPr/>
              </p:nvSpPr>
              <p:spPr>
                <a:xfrm>
                  <a:off x="2468000" y="685625"/>
                  <a:ext cx="79500" cy="795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  <p:grpSp>
          <p:nvGrpSpPr>
            <p:cNvPr id="3038" name="Google Shape;3038;p29"/>
            <p:cNvGrpSpPr/>
            <p:nvPr/>
          </p:nvGrpSpPr>
          <p:grpSpPr>
            <a:xfrm>
              <a:off x="8839325" y="2071400"/>
              <a:ext cx="143400" cy="2454350"/>
              <a:chOff x="2436050" y="685625"/>
              <a:chExt cx="143400" cy="2454350"/>
            </a:xfrm>
          </p:grpSpPr>
          <p:grpSp>
            <p:nvGrpSpPr>
              <p:cNvPr id="3039" name="Google Shape;3039;p29"/>
              <p:cNvGrpSpPr/>
              <p:nvPr/>
            </p:nvGrpSpPr>
            <p:grpSpPr>
              <a:xfrm>
                <a:off x="2436050" y="685625"/>
                <a:ext cx="143400" cy="2454350"/>
                <a:chOff x="2436050" y="685625"/>
                <a:chExt cx="143400" cy="2454350"/>
              </a:xfrm>
            </p:grpSpPr>
            <p:sp>
              <p:nvSpPr>
                <p:cNvPr id="3040" name="Google Shape;3040;p29"/>
                <p:cNvSpPr/>
                <p:nvPr/>
              </p:nvSpPr>
              <p:spPr>
                <a:xfrm>
                  <a:off x="2436050" y="2996575"/>
                  <a:ext cx="143400" cy="1434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41" name="Google Shape;3041;p29"/>
                <p:cNvSpPr/>
                <p:nvPr/>
              </p:nvSpPr>
              <p:spPr>
                <a:xfrm>
                  <a:off x="2444600" y="2785850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42" name="Google Shape;3042;p29"/>
                <p:cNvSpPr/>
                <p:nvPr/>
              </p:nvSpPr>
              <p:spPr>
                <a:xfrm>
                  <a:off x="2444600" y="2575125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43" name="Google Shape;3043;p29"/>
                <p:cNvSpPr/>
                <p:nvPr/>
              </p:nvSpPr>
              <p:spPr>
                <a:xfrm>
                  <a:off x="2444600" y="2364400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44" name="Google Shape;3044;p29"/>
                <p:cNvSpPr/>
                <p:nvPr/>
              </p:nvSpPr>
              <p:spPr>
                <a:xfrm>
                  <a:off x="2448950" y="2153675"/>
                  <a:ext cx="117600" cy="1179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45" name="Google Shape;3045;p29"/>
                <p:cNvSpPr/>
                <p:nvPr/>
              </p:nvSpPr>
              <p:spPr>
                <a:xfrm>
                  <a:off x="2448950" y="1942950"/>
                  <a:ext cx="117600" cy="1179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46" name="Google Shape;3046;p29"/>
                <p:cNvSpPr/>
                <p:nvPr/>
              </p:nvSpPr>
              <p:spPr>
                <a:xfrm>
                  <a:off x="2451050" y="1732225"/>
                  <a:ext cx="113400" cy="1134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47" name="Google Shape;3047;p29"/>
                <p:cNvSpPr/>
                <p:nvPr/>
              </p:nvSpPr>
              <p:spPr>
                <a:xfrm>
                  <a:off x="2453300" y="1521500"/>
                  <a:ext cx="108900" cy="1089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48" name="Google Shape;3048;p29"/>
                <p:cNvSpPr/>
                <p:nvPr/>
              </p:nvSpPr>
              <p:spPr>
                <a:xfrm>
                  <a:off x="2458250" y="1315275"/>
                  <a:ext cx="99000" cy="990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49" name="Google Shape;3049;p29"/>
                <p:cNvSpPr/>
                <p:nvPr/>
              </p:nvSpPr>
              <p:spPr>
                <a:xfrm>
                  <a:off x="2463050" y="1109050"/>
                  <a:ext cx="89400" cy="894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50" name="Google Shape;3050;p29"/>
                <p:cNvSpPr/>
                <p:nvPr/>
              </p:nvSpPr>
              <p:spPr>
                <a:xfrm>
                  <a:off x="2463050" y="902825"/>
                  <a:ext cx="89400" cy="894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51" name="Google Shape;3051;p29"/>
                <p:cNvSpPr/>
                <p:nvPr/>
              </p:nvSpPr>
              <p:spPr>
                <a:xfrm>
                  <a:off x="2468000" y="685625"/>
                  <a:ext cx="79500" cy="795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3052" name="Google Shape;3052;p29"/>
              <p:cNvGrpSpPr/>
              <p:nvPr/>
            </p:nvGrpSpPr>
            <p:grpSpPr>
              <a:xfrm>
                <a:off x="2436050" y="685625"/>
                <a:ext cx="143400" cy="2454350"/>
                <a:chOff x="2436050" y="685625"/>
                <a:chExt cx="143400" cy="2454350"/>
              </a:xfrm>
            </p:grpSpPr>
            <p:sp>
              <p:nvSpPr>
                <p:cNvPr id="3053" name="Google Shape;3053;p29"/>
                <p:cNvSpPr/>
                <p:nvPr/>
              </p:nvSpPr>
              <p:spPr>
                <a:xfrm>
                  <a:off x="2436050" y="2996575"/>
                  <a:ext cx="143400" cy="143400"/>
                </a:xfrm>
                <a:prstGeom prst="rect">
                  <a:avLst/>
                </a:prstGeom>
                <a:solidFill>
                  <a:srgbClr val="009F8C">
                    <a:alpha val="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54" name="Google Shape;3054;p29"/>
                <p:cNvSpPr/>
                <p:nvPr/>
              </p:nvSpPr>
              <p:spPr>
                <a:xfrm>
                  <a:off x="2444600" y="2785850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55" name="Google Shape;3055;p29"/>
                <p:cNvSpPr/>
                <p:nvPr/>
              </p:nvSpPr>
              <p:spPr>
                <a:xfrm>
                  <a:off x="2444600" y="2575125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56" name="Google Shape;3056;p29"/>
                <p:cNvSpPr/>
                <p:nvPr/>
              </p:nvSpPr>
              <p:spPr>
                <a:xfrm>
                  <a:off x="2444600" y="2364400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57" name="Google Shape;3057;p29"/>
                <p:cNvSpPr/>
                <p:nvPr/>
              </p:nvSpPr>
              <p:spPr>
                <a:xfrm>
                  <a:off x="2448950" y="2153675"/>
                  <a:ext cx="117600" cy="11790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58" name="Google Shape;3058;p29"/>
                <p:cNvSpPr/>
                <p:nvPr/>
              </p:nvSpPr>
              <p:spPr>
                <a:xfrm>
                  <a:off x="2448950" y="1942950"/>
                  <a:ext cx="117600" cy="11790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59" name="Google Shape;3059;p29"/>
                <p:cNvSpPr/>
                <p:nvPr/>
              </p:nvSpPr>
              <p:spPr>
                <a:xfrm>
                  <a:off x="2451050" y="1732225"/>
                  <a:ext cx="113400" cy="11340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60" name="Google Shape;3060;p29"/>
                <p:cNvSpPr/>
                <p:nvPr/>
              </p:nvSpPr>
              <p:spPr>
                <a:xfrm>
                  <a:off x="2453300" y="1521500"/>
                  <a:ext cx="108900" cy="10890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61" name="Google Shape;3061;p29"/>
                <p:cNvSpPr/>
                <p:nvPr/>
              </p:nvSpPr>
              <p:spPr>
                <a:xfrm>
                  <a:off x="2458250" y="1315275"/>
                  <a:ext cx="99000" cy="9900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62" name="Google Shape;3062;p29"/>
                <p:cNvSpPr/>
                <p:nvPr/>
              </p:nvSpPr>
              <p:spPr>
                <a:xfrm>
                  <a:off x="2463050" y="1109050"/>
                  <a:ext cx="89400" cy="89400"/>
                </a:xfrm>
                <a:prstGeom prst="rect">
                  <a:avLst/>
                </a:prstGeom>
                <a:solidFill>
                  <a:srgbClr val="009F8C">
                    <a:alpha val="6499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63" name="Google Shape;3063;p29"/>
                <p:cNvSpPr/>
                <p:nvPr/>
              </p:nvSpPr>
              <p:spPr>
                <a:xfrm>
                  <a:off x="2463050" y="902825"/>
                  <a:ext cx="89400" cy="8940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64" name="Google Shape;3064;p29"/>
                <p:cNvSpPr/>
                <p:nvPr/>
              </p:nvSpPr>
              <p:spPr>
                <a:xfrm>
                  <a:off x="2468000" y="685625"/>
                  <a:ext cx="79500" cy="795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6" name="Google Shape;3066;p30"/>
          <p:cNvGrpSpPr/>
          <p:nvPr/>
        </p:nvGrpSpPr>
        <p:grpSpPr>
          <a:xfrm>
            <a:off x="177725" y="-1044592"/>
            <a:ext cx="8709000" cy="5947392"/>
            <a:chOff x="177725" y="-1044592"/>
            <a:chExt cx="8709000" cy="5947392"/>
          </a:xfrm>
        </p:grpSpPr>
        <p:grpSp>
          <p:nvGrpSpPr>
            <p:cNvPr id="3067" name="Google Shape;3067;p30"/>
            <p:cNvGrpSpPr/>
            <p:nvPr/>
          </p:nvGrpSpPr>
          <p:grpSpPr>
            <a:xfrm>
              <a:off x="8743325" y="-363653"/>
              <a:ext cx="143400" cy="2454350"/>
              <a:chOff x="2436050" y="685625"/>
              <a:chExt cx="143400" cy="2454350"/>
            </a:xfrm>
          </p:grpSpPr>
          <p:grpSp>
            <p:nvGrpSpPr>
              <p:cNvPr id="3068" name="Google Shape;3068;p30"/>
              <p:cNvGrpSpPr/>
              <p:nvPr/>
            </p:nvGrpSpPr>
            <p:grpSpPr>
              <a:xfrm>
                <a:off x="2436050" y="685625"/>
                <a:ext cx="143400" cy="2454350"/>
                <a:chOff x="2436050" y="685625"/>
                <a:chExt cx="143400" cy="2454350"/>
              </a:xfrm>
            </p:grpSpPr>
            <p:sp>
              <p:nvSpPr>
                <p:cNvPr id="3069" name="Google Shape;3069;p30"/>
                <p:cNvSpPr/>
                <p:nvPr/>
              </p:nvSpPr>
              <p:spPr>
                <a:xfrm>
                  <a:off x="2436050" y="2996575"/>
                  <a:ext cx="143400" cy="1434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70" name="Google Shape;3070;p30"/>
                <p:cNvSpPr/>
                <p:nvPr/>
              </p:nvSpPr>
              <p:spPr>
                <a:xfrm>
                  <a:off x="2444600" y="2785850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71" name="Google Shape;3071;p30"/>
                <p:cNvSpPr/>
                <p:nvPr/>
              </p:nvSpPr>
              <p:spPr>
                <a:xfrm>
                  <a:off x="2444600" y="2575125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72" name="Google Shape;3072;p30"/>
                <p:cNvSpPr/>
                <p:nvPr/>
              </p:nvSpPr>
              <p:spPr>
                <a:xfrm>
                  <a:off x="2444600" y="2364400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73" name="Google Shape;3073;p30"/>
                <p:cNvSpPr/>
                <p:nvPr/>
              </p:nvSpPr>
              <p:spPr>
                <a:xfrm>
                  <a:off x="2448950" y="2153675"/>
                  <a:ext cx="117600" cy="1179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74" name="Google Shape;3074;p30"/>
                <p:cNvSpPr/>
                <p:nvPr/>
              </p:nvSpPr>
              <p:spPr>
                <a:xfrm>
                  <a:off x="2448950" y="1942950"/>
                  <a:ext cx="117600" cy="1179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75" name="Google Shape;3075;p30"/>
                <p:cNvSpPr/>
                <p:nvPr/>
              </p:nvSpPr>
              <p:spPr>
                <a:xfrm>
                  <a:off x="2451050" y="1732225"/>
                  <a:ext cx="113400" cy="1134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76" name="Google Shape;3076;p30"/>
                <p:cNvSpPr/>
                <p:nvPr/>
              </p:nvSpPr>
              <p:spPr>
                <a:xfrm>
                  <a:off x="2453300" y="1521500"/>
                  <a:ext cx="108900" cy="1089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77" name="Google Shape;3077;p30"/>
                <p:cNvSpPr/>
                <p:nvPr/>
              </p:nvSpPr>
              <p:spPr>
                <a:xfrm>
                  <a:off x="2458250" y="1315275"/>
                  <a:ext cx="99000" cy="990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78" name="Google Shape;3078;p30"/>
                <p:cNvSpPr/>
                <p:nvPr/>
              </p:nvSpPr>
              <p:spPr>
                <a:xfrm>
                  <a:off x="2463050" y="1109050"/>
                  <a:ext cx="89400" cy="894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79" name="Google Shape;3079;p30"/>
                <p:cNvSpPr/>
                <p:nvPr/>
              </p:nvSpPr>
              <p:spPr>
                <a:xfrm>
                  <a:off x="2463050" y="902825"/>
                  <a:ext cx="89400" cy="894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80" name="Google Shape;3080;p30"/>
                <p:cNvSpPr/>
                <p:nvPr/>
              </p:nvSpPr>
              <p:spPr>
                <a:xfrm>
                  <a:off x="2468000" y="685625"/>
                  <a:ext cx="79500" cy="795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3081" name="Google Shape;3081;p30"/>
              <p:cNvGrpSpPr/>
              <p:nvPr/>
            </p:nvGrpSpPr>
            <p:grpSpPr>
              <a:xfrm>
                <a:off x="2436050" y="685625"/>
                <a:ext cx="143400" cy="2454350"/>
                <a:chOff x="2436050" y="685625"/>
                <a:chExt cx="143400" cy="2454350"/>
              </a:xfrm>
            </p:grpSpPr>
            <p:sp>
              <p:nvSpPr>
                <p:cNvPr id="3082" name="Google Shape;3082;p30"/>
                <p:cNvSpPr/>
                <p:nvPr/>
              </p:nvSpPr>
              <p:spPr>
                <a:xfrm>
                  <a:off x="2436050" y="2996575"/>
                  <a:ext cx="143400" cy="143400"/>
                </a:xfrm>
                <a:prstGeom prst="rect">
                  <a:avLst/>
                </a:prstGeom>
                <a:solidFill>
                  <a:srgbClr val="009F8C">
                    <a:alpha val="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83" name="Google Shape;3083;p30"/>
                <p:cNvSpPr/>
                <p:nvPr/>
              </p:nvSpPr>
              <p:spPr>
                <a:xfrm>
                  <a:off x="2444600" y="2785850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84" name="Google Shape;3084;p30"/>
                <p:cNvSpPr/>
                <p:nvPr/>
              </p:nvSpPr>
              <p:spPr>
                <a:xfrm>
                  <a:off x="2444600" y="2575125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85" name="Google Shape;3085;p30"/>
                <p:cNvSpPr/>
                <p:nvPr/>
              </p:nvSpPr>
              <p:spPr>
                <a:xfrm>
                  <a:off x="2444600" y="2364400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86" name="Google Shape;3086;p30"/>
                <p:cNvSpPr/>
                <p:nvPr/>
              </p:nvSpPr>
              <p:spPr>
                <a:xfrm>
                  <a:off x="2448950" y="2153675"/>
                  <a:ext cx="117600" cy="11790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87" name="Google Shape;3087;p30"/>
                <p:cNvSpPr/>
                <p:nvPr/>
              </p:nvSpPr>
              <p:spPr>
                <a:xfrm>
                  <a:off x="2448950" y="1942950"/>
                  <a:ext cx="117600" cy="11790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88" name="Google Shape;3088;p30"/>
                <p:cNvSpPr/>
                <p:nvPr/>
              </p:nvSpPr>
              <p:spPr>
                <a:xfrm>
                  <a:off x="2451050" y="1732225"/>
                  <a:ext cx="113400" cy="11340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89" name="Google Shape;3089;p30"/>
                <p:cNvSpPr/>
                <p:nvPr/>
              </p:nvSpPr>
              <p:spPr>
                <a:xfrm>
                  <a:off x="2453300" y="1521500"/>
                  <a:ext cx="108900" cy="10890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90" name="Google Shape;3090;p30"/>
                <p:cNvSpPr/>
                <p:nvPr/>
              </p:nvSpPr>
              <p:spPr>
                <a:xfrm>
                  <a:off x="2458250" y="1315275"/>
                  <a:ext cx="99000" cy="9900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91" name="Google Shape;3091;p30"/>
                <p:cNvSpPr/>
                <p:nvPr/>
              </p:nvSpPr>
              <p:spPr>
                <a:xfrm>
                  <a:off x="2463050" y="1109050"/>
                  <a:ext cx="89400" cy="89400"/>
                </a:xfrm>
                <a:prstGeom prst="rect">
                  <a:avLst/>
                </a:prstGeom>
                <a:solidFill>
                  <a:srgbClr val="009F8C">
                    <a:alpha val="6499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92" name="Google Shape;3092;p30"/>
                <p:cNvSpPr/>
                <p:nvPr/>
              </p:nvSpPr>
              <p:spPr>
                <a:xfrm>
                  <a:off x="2463050" y="902825"/>
                  <a:ext cx="89400" cy="8940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93" name="Google Shape;3093;p30"/>
                <p:cNvSpPr/>
                <p:nvPr/>
              </p:nvSpPr>
              <p:spPr>
                <a:xfrm>
                  <a:off x="2468000" y="685625"/>
                  <a:ext cx="79500" cy="795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  <p:grpSp>
          <p:nvGrpSpPr>
            <p:cNvPr id="3094" name="Google Shape;3094;p30"/>
            <p:cNvGrpSpPr/>
            <p:nvPr/>
          </p:nvGrpSpPr>
          <p:grpSpPr>
            <a:xfrm>
              <a:off x="177725" y="-345150"/>
              <a:ext cx="143400" cy="2454350"/>
              <a:chOff x="2030200" y="685625"/>
              <a:chExt cx="143400" cy="2454350"/>
            </a:xfrm>
          </p:grpSpPr>
          <p:grpSp>
            <p:nvGrpSpPr>
              <p:cNvPr id="3095" name="Google Shape;3095;p30"/>
              <p:cNvGrpSpPr/>
              <p:nvPr/>
            </p:nvGrpSpPr>
            <p:grpSpPr>
              <a:xfrm>
                <a:off x="2030200" y="685625"/>
                <a:ext cx="143400" cy="2454350"/>
                <a:chOff x="2436050" y="685625"/>
                <a:chExt cx="143400" cy="2454350"/>
              </a:xfrm>
            </p:grpSpPr>
            <p:sp>
              <p:nvSpPr>
                <p:cNvPr id="3096" name="Google Shape;3096;p30"/>
                <p:cNvSpPr/>
                <p:nvPr/>
              </p:nvSpPr>
              <p:spPr>
                <a:xfrm>
                  <a:off x="2436050" y="2996575"/>
                  <a:ext cx="143400" cy="1434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97" name="Google Shape;3097;p30"/>
                <p:cNvSpPr/>
                <p:nvPr/>
              </p:nvSpPr>
              <p:spPr>
                <a:xfrm>
                  <a:off x="2444600" y="2785850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98" name="Google Shape;3098;p30"/>
                <p:cNvSpPr/>
                <p:nvPr/>
              </p:nvSpPr>
              <p:spPr>
                <a:xfrm>
                  <a:off x="2444600" y="2575125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099" name="Google Shape;3099;p30"/>
                <p:cNvSpPr/>
                <p:nvPr/>
              </p:nvSpPr>
              <p:spPr>
                <a:xfrm>
                  <a:off x="2444600" y="2364400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00" name="Google Shape;3100;p30"/>
                <p:cNvSpPr/>
                <p:nvPr/>
              </p:nvSpPr>
              <p:spPr>
                <a:xfrm>
                  <a:off x="2448950" y="2153675"/>
                  <a:ext cx="117600" cy="1179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01" name="Google Shape;3101;p30"/>
                <p:cNvSpPr/>
                <p:nvPr/>
              </p:nvSpPr>
              <p:spPr>
                <a:xfrm>
                  <a:off x="2448950" y="1942950"/>
                  <a:ext cx="117600" cy="1179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02" name="Google Shape;3102;p30"/>
                <p:cNvSpPr/>
                <p:nvPr/>
              </p:nvSpPr>
              <p:spPr>
                <a:xfrm>
                  <a:off x="2451050" y="1732225"/>
                  <a:ext cx="113400" cy="1134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03" name="Google Shape;3103;p30"/>
                <p:cNvSpPr/>
                <p:nvPr/>
              </p:nvSpPr>
              <p:spPr>
                <a:xfrm>
                  <a:off x="2453300" y="1521500"/>
                  <a:ext cx="108900" cy="1089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04" name="Google Shape;3104;p30"/>
                <p:cNvSpPr/>
                <p:nvPr/>
              </p:nvSpPr>
              <p:spPr>
                <a:xfrm>
                  <a:off x="2458250" y="1315275"/>
                  <a:ext cx="99000" cy="990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05" name="Google Shape;3105;p30"/>
                <p:cNvSpPr/>
                <p:nvPr/>
              </p:nvSpPr>
              <p:spPr>
                <a:xfrm>
                  <a:off x="2463050" y="1109050"/>
                  <a:ext cx="89400" cy="894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06" name="Google Shape;3106;p30"/>
                <p:cNvSpPr/>
                <p:nvPr/>
              </p:nvSpPr>
              <p:spPr>
                <a:xfrm>
                  <a:off x="2463050" y="902825"/>
                  <a:ext cx="89400" cy="894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07" name="Google Shape;3107;p30"/>
                <p:cNvSpPr/>
                <p:nvPr/>
              </p:nvSpPr>
              <p:spPr>
                <a:xfrm>
                  <a:off x="2468000" y="685625"/>
                  <a:ext cx="79500" cy="795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3108" name="Google Shape;3108;p30"/>
              <p:cNvGrpSpPr/>
              <p:nvPr/>
            </p:nvGrpSpPr>
            <p:grpSpPr>
              <a:xfrm>
                <a:off x="2030200" y="685625"/>
                <a:ext cx="143400" cy="2454350"/>
                <a:chOff x="2436050" y="685625"/>
                <a:chExt cx="143400" cy="2454350"/>
              </a:xfrm>
            </p:grpSpPr>
            <p:sp>
              <p:nvSpPr>
                <p:cNvPr id="3109" name="Google Shape;3109;p30"/>
                <p:cNvSpPr/>
                <p:nvPr/>
              </p:nvSpPr>
              <p:spPr>
                <a:xfrm>
                  <a:off x="2436050" y="2996575"/>
                  <a:ext cx="143400" cy="143400"/>
                </a:xfrm>
                <a:prstGeom prst="rect">
                  <a:avLst/>
                </a:prstGeom>
                <a:solidFill>
                  <a:srgbClr val="009F8C">
                    <a:alpha val="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10" name="Google Shape;3110;p30"/>
                <p:cNvSpPr/>
                <p:nvPr/>
              </p:nvSpPr>
              <p:spPr>
                <a:xfrm>
                  <a:off x="2444600" y="2785850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11" name="Google Shape;3111;p30"/>
                <p:cNvSpPr/>
                <p:nvPr/>
              </p:nvSpPr>
              <p:spPr>
                <a:xfrm>
                  <a:off x="2444600" y="2575125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12" name="Google Shape;3112;p30"/>
                <p:cNvSpPr/>
                <p:nvPr/>
              </p:nvSpPr>
              <p:spPr>
                <a:xfrm>
                  <a:off x="2444600" y="2364400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13" name="Google Shape;3113;p30"/>
                <p:cNvSpPr/>
                <p:nvPr/>
              </p:nvSpPr>
              <p:spPr>
                <a:xfrm>
                  <a:off x="2448950" y="2153675"/>
                  <a:ext cx="117600" cy="11790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14" name="Google Shape;3114;p30"/>
                <p:cNvSpPr/>
                <p:nvPr/>
              </p:nvSpPr>
              <p:spPr>
                <a:xfrm>
                  <a:off x="2448950" y="1942950"/>
                  <a:ext cx="117600" cy="11790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15" name="Google Shape;3115;p30"/>
                <p:cNvSpPr/>
                <p:nvPr/>
              </p:nvSpPr>
              <p:spPr>
                <a:xfrm>
                  <a:off x="2451050" y="1732225"/>
                  <a:ext cx="113400" cy="11340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16" name="Google Shape;3116;p30"/>
                <p:cNvSpPr/>
                <p:nvPr/>
              </p:nvSpPr>
              <p:spPr>
                <a:xfrm>
                  <a:off x="2453300" y="1521500"/>
                  <a:ext cx="108900" cy="10890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17" name="Google Shape;3117;p30"/>
                <p:cNvSpPr/>
                <p:nvPr/>
              </p:nvSpPr>
              <p:spPr>
                <a:xfrm>
                  <a:off x="2458250" y="1315275"/>
                  <a:ext cx="99000" cy="9900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18" name="Google Shape;3118;p30"/>
                <p:cNvSpPr/>
                <p:nvPr/>
              </p:nvSpPr>
              <p:spPr>
                <a:xfrm>
                  <a:off x="2463050" y="1109050"/>
                  <a:ext cx="89400" cy="89400"/>
                </a:xfrm>
                <a:prstGeom prst="rect">
                  <a:avLst/>
                </a:prstGeom>
                <a:solidFill>
                  <a:srgbClr val="009F8C">
                    <a:alpha val="6499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19" name="Google Shape;3119;p30"/>
                <p:cNvSpPr/>
                <p:nvPr/>
              </p:nvSpPr>
              <p:spPr>
                <a:xfrm>
                  <a:off x="2463050" y="902825"/>
                  <a:ext cx="89400" cy="8940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20" name="Google Shape;3120;p30"/>
                <p:cNvSpPr/>
                <p:nvPr/>
              </p:nvSpPr>
              <p:spPr>
                <a:xfrm>
                  <a:off x="2468000" y="685625"/>
                  <a:ext cx="79500" cy="795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  <p:grpSp>
          <p:nvGrpSpPr>
            <p:cNvPr id="3121" name="Google Shape;3121;p30"/>
            <p:cNvGrpSpPr/>
            <p:nvPr/>
          </p:nvGrpSpPr>
          <p:grpSpPr>
            <a:xfrm>
              <a:off x="8430900" y="2149651"/>
              <a:ext cx="143400" cy="2454350"/>
              <a:chOff x="2436050" y="685625"/>
              <a:chExt cx="143400" cy="2454350"/>
            </a:xfrm>
          </p:grpSpPr>
          <p:grpSp>
            <p:nvGrpSpPr>
              <p:cNvPr id="3122" name="Google Shape;3122;p30"/>
              <p:cNvGrpSpPr/>
              <p:nvPr/>
            </p:nvGrpSpPr>
            <p:grpSpPr>
              <a:xfrm>
                <a:off x="2436050" y="685625"/>
                <a:ext cx="143400" cy="2454350"/>
                <a:chOff x="2436050" y="685625"/>
                <a:chExt cx="143400" cy="2454350"/>
              </a:xfrm>
            </p:grpSpPr>
            <p:sp>
              <p:nvSpPr>
                <p:cNvPr id="3123" name="Google Shape;3123;p30"/>
                <p:cNvSpPr/>
                <p:nvPr/>
              </p:nvSpPr>
              <p:spPr>
                <a:xfrm>
                  <a:off x="2436050" y="2996575"/>
                  <a:ext cx="143400" cy="1434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24" name="Google Shape;3124;p30"/>
                <p:cNvSpPr/>
                <p:nvPr/>
              </p:nvSpPr>
              <p:spPr>
                <a:xfrm>
                  <a:off x="2444600" y="2785850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25" name="Google Shape;3125;p30"/>
                <p:cNvSpPr/>
                <p:nvPr/>
              </p:nvSpPr>
              <p:spPr>
                <a:xfrm>
                  <a:off x="2444600" y="2575125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26" name="Google Shape;3126;p30"/>
                <p:cNvSpPr/>
                <p:nvPr/>
              </p:nvSpPr>
              <p:spPr>
                <a:xfrm>
                  <a:off x="2444600" y="2364400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27" name="Google Shape;3127;p30"/>
                <p:cNvSpPr/>
                <p:nvPr/>
              </p:nvSpPr>
              <p:spPr>
                <a:xfrm>
                  <a:off x="2448950" y="2153675"/>
                  <a:ext cx="117600" cy="1179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28" name="Google Shape;3128;p30"/>
                <p:cNvSpPr/>
                <p:nvPr/>
              </p:nvSpPr>
              <p:spPr>
                <a:xfrm>
                  <a:off x="2448950" y="1942950"/>
                  <a:ext cx="117600" cy="1179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29" name="Google Shape;3129;p30"/>
                <p:cNvSpPr/>
                <p:nvPr/>
              </p:nvSpPr>
              <p:spPr>
                <a:xfrm>
                  <a:off x="2451050" y="1732225"/>
                  <a:ext cx="113400" cy="1134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30" name="Google Shape;3130;p30"/>
                <p:cNvSpPr/>
                <p:nvPr/>
              </p:nvSpPr>
              <p:spPr>
                <a:xfrm>
                  <a:off x="2453300" y="1521500"/>
                  <a:ext cx="108900" cy="1089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31" name="Google Shape;3131;p30"/>
                <p:cNvSpPr/>
                <p:nvPr/>
              </p:nvSpPr>
              <p:spPr>
                <a:xfrm>
                  <a:off x="2458250" y="1315275"/>
                  <a:ext cx="99000" cy="990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32" name="Google Shape;3132;p30"/>
                <p:cNvSpPr/>
                <p:nvPr/>
              </p:nvSpPr>
              <p:spPr>
                <a:xfrm>
                  <a:off x="2463050" y="1109050"/>
                  <a:ext cx="89400" cy="894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33" name="Google Shape;3133;p30"/>
                <p:cNvSpPr/>
                <p:nvPr/>
              </p:nvSpPr>
              <p:spPr>
                <a:xfrm>
                  <a:off x="2463050" y="902825"/>
                  <a:ext cx="89400" cy="894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34" name="Google Shape;3134;p30"/>
                <p:cNvSpPr/>
                <p:nvPr/>
              </p:nvSpPr>
              <p:spPr>
                <a:xfrm>
                  <a:off x="2468000" y="685625"/>
                  <a:ext cx="79500" cy="795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3135" name="Google Shape;3135;p30"/>
              <p:cNvGrpSpPr/>
              <p:nvPr/>
            </p:nvGrpSpPr>
            <p:grpSpPr>
              <a:xfrm>
                <a:off x="2436050" y="685625"/>
                <a:ext cx="143400" cy="2454350"/>
                <a:chOff x="2436050" y="685625"/>
                <a:chExt cx="143400" cy="2454350"/>
              </a:xfrm>
            </p:grpSpPr>
            <p:sp>
              <p:nvSpPr>
                <p:cNvPr id="3136" name="Google Shape;3136;p30"/>
                <p:cNvSpPr/>
                <p:nvPr/>
              </p:nvSpPr>
              <p:spPr>
                <a:xfrm>
                  <a:off x="2436050" y="2996575"/>
                  <a:ext cx="143400" cy="143400"/>
                </a:xfrm>
                <a:prstGeom prst="rect">
                  <a:avLst/>
                </a:prstGeom>
                <a:solidFill>
                  <a:srgbClr val="009F8C">
                    <a:alpha val="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37" name="Google Shape;3137;p30"/>
                <p:cNvSpPr/>
                <p:nvPr/>
              </p:nvSpPr>
              <p:spPr>
                <a:xfrm>
                  <a:off x="2444600" y="2785850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38" name="Google Shape;3138;p30"/>
                <p:cNvSpPr/>
                <p:nvPr/>
              </p:nvSpPr>
              <p:spPr>
                <a:xfrm>
                  <a:off x="2444600" y="2575125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39" name="Google Shape;3139;p30"/>
                <p:cNvSpPr/>
                <p:nvPr/>
              </p:nvSpPr>
              <p:spPr>
                <a:xfrm>
                  <a:off x="2444600" y="2364400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40" name="Google Shape;3140;p30"/>
                <p:cNvSpPr/>
                <p:nvPr/>
              </p:nvSpPr>
              <p:spPr>
                <a:xfrm>
                  <a:off x="2448950" y="2153675"/>
                  <a:ext cx="117600" cy="11790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41" name="Google Shape;3141;p30"/>
                <p:cNvSpPr/>
                <p:nvPr/>
              </p:nvSpPr>
              <p:spPr>
                <a:xfrm>
                  <a:off x="2448950" y="1942950"/>
                  <a:ext cx="117600" cy="11790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42" name="Google Shape;3142;p30"/>
                <p:cNvSpPr/>
                <p:nvPr/>
              </p:nvSpPr>
              <p:spPr>
                <a:xfrm>
                  <a:off x="2451050" y="1732225"/>
                  <a:ext cx="113400" cy="11340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43" name="Google Shape;3143;p30"/>
                <p:cNvSpPr/>
                <p:nvPr/>
              </p:nvSpPr>
              <p:spPr>
                <a:xfrm>
                  <a:off x="2453300" y="1521500"/>
                  <a:ext cx="108900" cy="10890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44" name="Google Shape;3144;p30"/>
                <p:cNvSpPr/>
                <p:nvPr/>
              </p:nvSpPr>
              <p:spPr>
                <a:xfrm>
                  <a:off x="2458250" y="1315275"/>
                  <a:ext cx="99000" cy="9900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45" name="Google Shape;3145;p30"/>
                <p:cNvSpPr/>
                <p:nvPr/>
              </p:nvSpPr>
              <p:spPr>
                <a:xfrm>
                  <a:off x="2463050" y="1109050"/>
                  <a:ext cx="89400" cy="89400"/>
                </a:xfrm>
                <a:prstGeom prst="rect">
                  <a:avLst/>
                </a:prstGeom>
                <a:solidFill>
                  <a:srgbClr val="009F8C">
                    <a:alpha val="6499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46" name="Google Shape;3146;p30"/>
                <p:cNvSpPr/>
                <p:nvPr/>
              </p:nvSpPr>
              <p:spPr>
                <a:xfrm>
                  <a:off x="2463050" y="902825"/>
                  <a:ext cx="89400" cy="8940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47" name="Google Shape;3147;p30"/>
                <p:cNvSpPr/>
                <p:nvPr/>
              </p:nvSpPr>
              <p:spPr>
                <a:xfrm>
                  <a:off x="2468000" y="685625"/>
                  <a:ext cx="79500" cy="795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  <p:grpSp>
          <p:nvGrpSpPr>
            <p:cNvPr id="3148" name="Google Shape;3148;p30"/>
            <p:cNvGrpSpPr/>
            <p:nvPr/>
          </p:nvGrpSpPr>
          <p:grpSpPr>
            <a:xfrm>
              <a:off x="569825" y="-1044592"/>
              <a:ext cx="143400" cy="2454350"/>
              <a:chOff x="2436050" y="685625"/>
              <a:chExt cx="143400" cy="2454350"/>
            </a:xfrm>
          </p:grpSpPr>
          <p:grpSp>
            <p:nvGrpSpPr>
              <p:cNvPr id="3149" name="Google Shape;3149;p30"/>
              <p:cNvGrpSpPr/>
              <p:nvPr/>
            </p:nvGrpSpPr>
            <p:grpSpPr>
              <a:xfrm>
                <a:off x="2436050" y="685625"/>
                <a:ext cx="143400" cy="2454350"/>
                <a:chOff x="2436050" y="685625"/>
                <a:chExt cx="143400" cy="2454350"/>
              </a:xfrm>
            </p:grpSpPr>
            <p:sp>
              <p:nvSpPr>
                <p:cNvPr id="3150" name="Google Shape;3150;p30"/>
                <p:cNvSpPr/>
                <p:nvPr/>
              </p:nvSpPr>
              <p:spPr>
                <a:xfrm>
                  <a:off x="2436050" y="2996575"/>
                  <a:ext cx="143400" cy="1434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51" name="Google Shape;3151;p30"/>
                <p:cNvSpPr/>
                <p:nvPr/>
              </p:nvSpPr>
              <p:spPr>
                <a:xfrm>
                  <a:off x="2444600" y="2785850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52" name="Google Shape;3152;p30"/>
                <p:cNvSpPr/>
                <p:nvPr/>
              </p:nvSpPr>
              <p:spPr>
                <a:xfrm>
                  <a:off x="2444600" y="2575125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53" name="Google Shape;3153;p30"/>
                <p:cNvSpPr/>
                <p:nvPr/>
              </p:nvSpPr>
              <p:spPr>
                <a:xfrm>
                  <a:off x="2444600" y="2364400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54" name="Google Shape;3154;p30"/>
                <p:cNvSpPr/>
                <p:nvPr/>
              </p:nvSpPr>
              <p:spPr>
                <a:xfrm>
                  <a:off x="2448950" y="2153675"/>
                  <a:ext cx="117600" cy="1179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55" name="Google Shape;3155;p30"/>
                <p:cNvSpPr/>
                <p:nvPr/>
              </p:nvSpPr>
              <p:spPr>
                <a:xfrm>
                  <a:off x="2448950" y="1942950"/>
                  <a:ext cx="117600" cy="1179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56" name="Google Shape;3156;p30"/>
                <p:cNvSpPr/>
                <p:nvPr/>
              </p:nvSpPr>
              <p:spPr>
                <a:xfrm>
                  <a:off x="2451050" y="1732225"/>
                  <a:ext cx="113400" cy="1134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57" name="Google Shape;3157;p30"/>
                <p:cNvSpPr/>
                <p:nvPr/>
              </p:nvSpPr>
              <p:spPr>
                <a:xfrm>
                  <a:off x="2453300" y="1521500"/>
                  <a:ext cx="108900" cy="1089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58" name="Google Shape;3158;p30"/>
                <p:cNvSpPr/>
                <p:nvPr/>
              </p:nvSpPr>
              <p:spPr>
                <a:xfrm>
                  <a:off x="2458250" y="1315275"/>
                  <a:ext cx="99000" cy="990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59" name="Google Shape;3159;p30"/>
                <p:cNvSpPr/>
                <p:nvPr/>
              </p:nvSpPr>
              <p:spPr>
                <a:xfrm>
                  <a:off x="2463050" y="1109050"/>
                  <a:ext cx="89400" cy="894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60" name="Google Shape;3160;p30"/>
                <p:cNvSpPr/>
                <p:nvPr/>
              </p:nvSpPr>
              <p:spPr>
                <a:xfrm>
                  <a:off x="2463050" y="902825"/>
                  <a:ext cx="89400" cy="894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61" name="Google Shape;3161;p30"/>
                <p:cNvSpPr/>
                <p:nvPr/>
              </p:nvSpPr>
              <p:spPr>
                <a:xfrm>
                  <a:off x="2468000" y="685625"/>
                  <a:ext cx="79500" cy="79500"/>
                </a:xfrm>
                <a:prstGeom prst="rect">
                  <a:avLst/>
                </a:prstGeom>
                <a:gradFill>
                  <a:gsLst>
                    <a:gs pos="0">
                      <a:schemeClr val="lt2"/>
                    </a:gs>
                    <a:gs pos="100000">
                      <a:schemeClr val="dk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3162" name="Google Shape;3162;p30"/>
              <p:cNvGrpSpPr/>
              <p:nvPr/>
            </p:nvGrpSpPr>
            <p:grpSpPr>
              <a:xfrm>
                <a:off x="2436050" y="685625"/>
                <a:ext cx="143400" cy="2454350"/>
                <a:chOff x="2436050" y="685625"/>
                <a:chExt cx="143400" cy="2454350"/>
              </a:xfrm>
            </p:grpSpPr>
            <p:sp>
              <p:nvSpPr>
                <p:cNvPr id="3163" name="Google Shape;3163;p30"/>
                <p:cNvSpPr/>
                <p:nvPr/>
              </p:nvSpPr>
              <p:spPr>
                <a:xfrm>
                  <a:off x="2436050" y="2996575"/>
                  <a:ext cx="143400" cy="143400"/>
                </a:xfrm>
                <a:prstGeom prst="rect">
                  <a:avLst/>
                </a:prstGeom>
                <a:solidFill>
                  <a:srgbClr val="009F8C">
                    <a:alpha val="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64" name="Google Shape;3164;p30"/>
                <p:cNvSpPr/>
                <p:nvPr/>
              </p:nvSpPr>
              <p:spPr>
                <a:xfrm>
                  <a:off x="2444600" y="2785850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65" name="Google Shape;3165;p30"/>
                <p:cNvSpPr/>
                <p:nvPr/>
              </p:nvSpPr>
              <p:spPr>
                <a:xfrm>
                  <a:off x="2444600" y="2575125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66" name="Google Shape;3166;p30"/>
                <p:cNvSpPr/>
                <p:nvPr/>
              </p:nvSpPr>
              <p:spPr>
                <a:xfrm>
                  <a:off x="2444600" y="2364400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67" name="Google Shape;3167;p30"/>
                <p:cNvSpPr/>
                <p:nvPr/>
              </p:nvSpPr>
              <p:spPr>
                <a:xfrm>
                  <a:off x="2448950" y="2153675"/>
                  <a:ext cx="117600" cy="11790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68" name="Google Shape;3168;p30"/>
                <p:cNvSpPr/>
                <p:nvPr/>
              </p:nvSpPr>
              <p:spPr>
                <a:xfrm>
                  <a:off x="2448950" y="1942950"/>
                  <a:ext cx="117600" cy="11790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69" name="Google Shape;3169;p30"/>
                <p:cNvSpPr/>
                <p:nvPr/>
              </p:nvSpPr>
              <p:spPr>
                <a:xfrm>
                  <a:off x="2451050" y="1732225"/>
                  <a:ext cx="113400" cy="11340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70" name="Google Shape;3170;p30"/>
                <p:cNvSpPr/>
                <p:nvPr/>
              </p:nvSpPr>
              <p:spPr>
                <a:xfrm>
                  <a:off x="2453300" y="1521500"/>
                  <a:ext cx="108900" cy="10890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71" name="Google Shape;3171;p30"/>
                <p:cNvSpPr/>
                <p:nvPr/>
              </p:nvSpPr>
              <p:spPr>
                <a:xfrm>
                  <a:off x="2458250" y="1315275"/>
                  <a:ext cx="99000" cy="9900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72" name="Google Shape;3172;p30"/>
                <p:cNvSpPr/>
                <p:nvPr/>
              </p:nvSpPr>
              <p:spPr>
                <a:xfrm>
                  <a:off x="2463050" y="1109050"/>
                  <a:ext cx="89400" cy="89400"/>
                </a:xfrm>
                <a:prstGeom prst="rect">
                  <a:avLst/>
                </a:prstGeom>
                <a:solidFill>
                  <a:srgbClr val="009F8C">
                    <a:alpha val="6499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73" name="Google Shape;3173;p30"/>
                <p:cNvSpPr/>
                <p:nvPr/>
              </p:nvSpPr>
              <p:spPr>
                <a:xfrm>
                  <a:off x="2463050" y="902825"/>
                  <a:ext cx="89400" cy="8940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74" name="Google Shape;3174;p30"/>
                <p:cNvSpPr/>
                <p:nvPr/>
              </p:nvSpPr>
              <p:spPr>
                <a:xfrm>
                  <a:off x="2468000" y="685625"/>
                  <a:ext cx="79500" cy="795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  <p:grpSp>
          <p:nvGrpSpPr>
            <p:cNvPr id="3175" name="Google Shape;3175;p30"/>
            <p:cNvGrpSpPr/>
            <p:nvPr/>
          </p:nvGrpSpPr>
          <p:grpSpPr>
            <a:xfrm>
              <a:off x="321125" y="2448450"/>
              <a:ext cx="143400" cy="2454350"/>
              <a:chOff x="2030200" y="685625"/>
              <a:chExt cx="143400" cy="2454350"/>
            </a:xfrm>
          </p:grpSpPr>
          <p:grpSp>
            <p:nvGrpSpPr>
              <p:cNvPr id="3176" name="Google Shape;3176;p30"/>
              <p:cNvGrpSpPr/>
              <p:nvPr/>
            </p:nvGrpSpPr>
            <p:grpSpPr>
              <a:xfrm>
                <a:off x="2030200" y="685625"/>
                <a:ext cx="143400" cy="2454350"/>
                <a:chOff x="2436050" y="685625"/>
                <a:chExt cx="143400" cy="2454350"/>
              </a:xfrm>
            </p:grpSpPr>
            <p:sp>
              <p:nvSpPr>
                <p:cNvPr id="3177" name="Google Shape;3177;p30"/>
                <p:cNvSpPr/>
                <p:nvPr/>
              </p:nvSpPr>
              <p:spPr>
                <a:xfrm>
                  <a:off x="2436050" y="2996575"/>
                  <a:ext cx="143400" cy="1434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78" name="Google Shape;3178;p30"/>
                <p:cNvSpPr/>
                <p:nvPr/>
              </p:nvSpPr>
              <p:spPr>
                <a:xfrm>
                  <a:off x="2444600" y="2785850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79" name="Google Shape;3179;p30"/>
                <p:cNvSpPr/>
                <p:nvPr/>
              </p:nvSpPr>
              <p:spPr>
                <a:xfrm>
                  <a:off x="2444600" y="2575125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80" name="Google Shape;3180;p30"/>
                <p:cNvSpPr/>
                <p:nvPr/>
              </p:nvSpPr>
              <p:spPr>
                <a:xfrm>
                  <a:off x="2444600" y="2364400"/>
                  <a:ext cx="126300" cy="1266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81" name="Google Shape;3181;p30"/>
                <p:cNvSpPr/>
                <p:nvPr/>
              </p:nvSpPr>
              <p:spPr>
                <a:xfrm>
                  <a:off x="2448950" y="2153675"/>
                  <a:ext cx="117600" cy="1179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82" name="Google Shape;3182;p30"/>
                <p:cNvSpPr/>
                <p:nvPr/>
              </p:nvSpPr>
              <p:spPr>
                <a:xfrm>
                  <a:off x="2448950" y="1942950"/>
                  <a:ext cx="117600" cy="1179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83" name="Google Shape;3183;p30"/>
                <p:cNvSpPr/>
                <p:nvPr/>
              </p:nvSpPr>
              <p:spPr>
                <a:xfrm>
                  <a:off x="2451050" y="1732225"/>
                  <a:ext cx="113400" cy="1134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84" name="Google Shape;3184;p30"/>
                <p:cNvSpPr/>
                <p:nvPr/>
              </p:nvSpPr>
              <p:spPr>
                <a:xfrm>
                  <a:off x="2453300" y="1521500"/>
                  <a:ext cx="108900" cy="1089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85" name="Google Shape;3185;p30"/>
                <p:cNvSpPr/>
                <p:nvPr/>
              </p:nvSpPr>
              <p:spPr>
                <a:xfrm>
                  <a:off x="2458250" y="1315275"/>
                  <a:ext cx="99000" cy="990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86" name="Google Shape;3186;p30"/>
                <p:cNvSpPr/>
                <p:nvPr/>
              </p:nvSpPr>
              <p:spPr>
                <a:xfrm>
                  <a:off x="2463050" y="1109050"/>
                  <a:ext cx="89400" cy="894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87" name="Google Shape;3187;p30"/>
                <p:cNvSpPr/>
                <p:nvPr/>
              </p:nvSpPr>
              <p:spPr>
                <a:xfrm>
                  <a:off x="2463050" y="902825"/>
                  <a:ext cx="89400" cy="894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88" name="Google Shape;3188;p30"/>
                <p:cNvSpPr/>
                <p:nvPr/>
              </p:nvSpPr>
              <p:spPr>
                <a:xfrm>
                  <a:off x="2468000" y="685625"/>
                  <a:ext cx="79500" cy="79500"/>
                </a:xfrm>
                <a:prstGeom prst="rect">
                  <a:avLst/>
                </a:prstGeom>
                <a:gradFill>
                  <a:gsLst>
                    <a:gs pos="0">
                      <a:schemeClr val="accent1"/>
                    </a:gs>
                    <a:gs pos="100000">
                      <a:schemeClr val="lt2"/>
                    </a:gs>
                  </a:gsLst>
                  <a:lin ang="2700006" scaled="0"/>
                </a:gradFill>
                <a:ln>
                  <a:noFill/>
                </a:ln>
                <a:effectLst>
                  <a:outerShdw blurRad="185738" algn="bl" rotWithShape="0">
                    <a:schemeClr val="dk1">
                      <a:alpha val="31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grpSp>
            <p:nvGrpSpPr>
              <p:cNvPr id="3189" name="Google Shape;3189;p30"/>
              <p:cNvGrpSpPr/>
              <p:nvPr/>
            </p:nvGrpSpPr>
            <p:grpSpPr>
              <a:xfrm>
                <a:off x="2030200" y="685625"/>
                <a:ext cx="143400" cy="2454350"/>
                <a:chOff x="2436050" y="685625"/>
                <a:chExt cx="143400" cy="2454350"/>
              </a:xfrm>
            </p:grpSpPr>
            <p:sp>
              <p:nvSpPr>
                <p:cNvPr id="3190" name="Google Shape;3190;p30"/>
                <p:cNvSpPr/>
                <p:nvPr/>
              </p:nvSpPr>
              <p:spPr>
                <a:xfrm>
                  <a:off x="2436050" y="2996575"/>
                  <a:ext cx="143400" cy="143400"/>
                </a:xfrm>
                <a:prstGeom prst="rect">
                  <a:avLst/>
                </a:prstGeom>
                <a:solidFill>
                  <a:srgbClr val="009F8C">
                    <a:alpha val="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91" name="Google Shape;3191;p30"/>
                <p:cNvSpPr/>
                <p:nvPr/>
              </p:nvSpPr>
              <p:spPr>
                <a:xfrm>
                  <a:off x="2444600" y="2785850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92" name="Google Shape;3192;p30"/>
                <p:cNvSpPr/>
                <p:nvPr/>
              </p:nvSpPr>
              <p:spPr>
                <a:xfrm>
                  <a:off x="2444600" y="2575125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93" name="Google Shape;3193;p30"/>
                <p:cNvSpPr/>
                <p:nvPr/>
              </p:nvSpPr>
              <p:spPr>
                <a:xfrm>
                  <a:off x="2444600" y="2364400"/>
                  <a:ext cx="126300" cy="12660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94" name="Google Shape;3194;p30"/>
                <p:cNvSpPr/>
                <p:nvPr/>
              </p:nvSpPr>
              <p:spPr>
                <a:xfrm>
                  <a:off x="2448950" y="2153675"/>
                  <a:ext cx="117600" cy="11790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95" name="Google Shape;3195;p30"/>
                <p:cNvSpPr/>
                <p:nvPr/>
              </p:nvSpPr>
              <p:spPr>
                <a:xfrm>
                  <a:off x="2448950" y="1942950"/>
                  <a:ext cx="117600" cy="11790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96" name="Google Shape;3196;p30"/>
                <p:cNvSpPr/>
                <p:nvPr/>
              </p:nvSpPr>
              <p:spPr>
                <a:xfrm>
                  <a:off x="2451050" y="1732225"/>
                  <a:ext cx="113400" cy="11340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97" name="Google Shape;3197;p30"/>
                <p:cNvSpPr/>
                <p:nvPr/>
              </p:nvSpPr>
              <p:spPr>
                <a:xfrm>
                  <a:off x="2453300" y="1521500"/>
                  <a:ext cx="108900" cy="10890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98" name="Google Shape;3198;p30"/>
                <p:cNvSpPr/>
                <p:nvPr/>
              </p:nvSpPr>
              <p:spPr>
                <a:xfrm>
                  <a:off x="2458250" y="1315275"/>
                  <a:ext cx="99000" cy="9900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199" name="Google Shape;3199;p30"/>
                <p:cNvSpPr/>
                <p:nvPr/>
              </p:nvSpPr>
              <p:spPr>
                <a:xfrm>
                  <a:off x="2463050" y="1109050"/>
                  <a:ext cx="89400" cy="89400"/>
                </a:xfrm>
                <a:prstGeom prst="rect">
                  <a:avLst/>
                </a:prstGeom>
                <a:solidFill>
                  <a:srgbClr val="009F8C">
                    <a:alpha val="64999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200" name="Google Shape;3200;p30"/>
                <p:cNvSpPr/>
                <p:nvPr/>
              </p:nvSpPr>
              <p:spPr>
                <a:xfrm>
                  <a:off x="2463050" y="902825"/>
                  <a:ext cx="89400" cy="8940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201" name="Google Shape;3201;p30"/>
                <p:cNvSpPr/>
                <p:nvPr/>
              </p:nvSpPr>
              <p:spPr>
                <a:xfrm>
                  <a:off x="2468000" y="685625"/>
                  <a:ext cx="79500" cy="795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8" r:id="rId3"/>
    <p:sldLayoutId id="2147483675" r:id="rId4"/>
    <p:sldLayoutId id="2147483676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343D"/>
        </a:solidFill>
        <a:effectLst/>
      </p:bgPr>
    </p:bg>
    <p:spTree>
      <p:nvGrpSpPr>
        <p:cNvPr id="1" name="Shape 3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34"/>
          <p:cNvSpPr txBox="1">
            <a:spLocks noGrp="1"/>
          </p:cNvSpPr>
          <p:nvPr>
            <p:ph type="ctrTitle"/>
          </p:nvPr>
        </p:nvSpPr>
        <p:spPr>
          <a:xfrm>
            <a:off x="1520025" y="996263"/>
            <a:ext cx="6103950" cy="212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dirty="0" err="1"/>
              <a:t>Nasljeđivanje</a:t>
            </a:r>
            <a:r>
              <a:rPr lang="en-GB" sz="4800" dirty="0"/>
              <a:t> </a:t>
            </a:r>
            <a:r>
              <a:rPr lang="en-GB" sz="4800" dirty="0" err="1"/>
              <a:t>i</a:t>
            </a:r>
            <a:r>
              <a:rPr lang="en-GB" sz="4800" dirty="0"/>
              <a:t> </a:t>
            </a:r>
            <a:r>
              <a:rPr lang="en-GB" sz="4800" dirty="0" err="1"/>
              <a:t>polimorfizam</a:t>
            </a:r>
            <a:endParaRPr sz="4800" dirty="0"/>
          </a:p>
        </p:txBody>
      </p:sp>
      <p:sp>
        <p:nvSpPr>
          <p:cNvPr id="3213" name="Google Shape;3213;p34"/>
          <p:cNvSpPr txBox="1">
            <a:spLocks noGrp="1"/>
          </p:cNvSpPr>
          <p:nvPr>
            <p:ph type="subTitle" idx="1"/>
          </p:nvPr>
        </p:nvSpPr>
        <p:spPr>
          <a:xfrm>
            <a:off x="2307600" y="3419449"/>
            <a:ext cx="4528800" cy="3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dirty="0"/>
              <a:t>Objektno orijentirano programiranje</a:t>
            </a:r>
            <a:endParaRPr dirty="0"/>
          </a:p>
        </p:txBody>
      </p:sp>
      <p:grpSp>
        <p:nvGrpSpPr>
          <p:cNvPr id="3214" name="Google Shape;3214;p34"/>
          <p:cNvGrpSpPr/>
          <p:nvPr/>
        </p:nvGrpSpPr>
        <p:grpSpPr>
          <a:xfrm>
            <a:off x="1157800" y="-126625"/>
            <a:ext cx="143400" cy="2454350"/>
            <a:chOff x="2030200" y="685625"/>
            <a:chExt cx="143400" cy="2454350"/>
          </a:xfrm>
        </p:grpSpPr>
        <p:grpSp>
          <p:nvGrpSpPr>
            <p:cNvPr id="3215" name="Google Shape;3215;p34"/>
            <p:cNvGrpSpPr/>
            <p:nvPr/>
          </p:nvGrpSpPr>
          <p:grpSpPr>
            <a:xfrm>
              <a:off x="2030200" y="685625"/>
              <a:ext cx="143400" cy="2454350"/>
              <a:chOff x="2436050" y="685625"/>
              <a:chExt cx="143400" cy="2454350"/>
            </a:xfrm>
          </p:grpSpPr>
          <p:sp>
            <p:nvSpPr>
              <p:cNvPr id="3216" name="Google Shape;3216;p34"/>
              <p:cNvSpPr/>
              <p:nvPr/>
            </p:nvSpPr>
            <p:spPr>
              <a:xfrm>
                <a:off x="2436050" y="2996575"/>
                <a:ext cx="143400" cy="1434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lt2"/>
                  </a:gs>
                </a:gsLst>
                <a:lin ang="2700006" scaled="0"/>
              </a:gradFill>
              <a:ln>
                <a:noFill/>
              </a:ln>
              <a:effectLst>
                <a:outerShdw blurRad="185738" algn="bl" rotWithShape="0">
                  <a:schemeClr val="dk1">
                    <a:alpha val="3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17" name="Google Shape;3217;p34"/>
              <p:cNvSpPr/>
              <p:nvPr/>
            </p:nvSpPr>
            <p:spPr>
              <a:xfrm>
                <a:off x="2444600" y="2785850"/>
                <a:ext cx="126300" cy="1266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lt2"/>
                  </a:gs>
                </a:gsLst>
                <a:lin ang="2700006" scaled="0"/>
              </a:gradFill>
              <a:ln>
                <a:noFill/>
              </a:ln>
              <a:effectLst>
                <a:outerShdw blurRad="185738" algn="bl" rotWithShape="0">
                  <a:schemeClr val="dk1">
                    <a:alpha val="3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18" name="Google Shape;3218;p34"/>
              <p:cNvSpPr/>
              <p:nvPr/>
            </p:nvSpPr>
            <p:spPr>
              <a:xfrm>
                <a:off x="2444600" y="2575125"/>
                <a:ext cx="126300" cy="1266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lt2"/>
                  </a:gs>
                </a:gsLst>
                <a:lin ang="2700006" scaled="0"/>
              </a:gradFill>
              <a:ln>
                <a:noFill/>
              </a:ln>
              <a:effectLst>
                <a:outerShdw blurRad="185738" algn="bl" rotWithShape="0">
                  <a:schemeClr val="dk1">
                    <a:alpha val="3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19" name="Google Shape;3219;p34"/>
              <p:cNvSpPr/>
              <p:nvPr/>
            </p:nvSpPr>
            <p:spPr>
              <a:xfrm>
                <a:off x="2444600" y="2364400"/>
                <a:ext cx="126300" cy="1266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lt2"/>
                  </a:gs>
                </a:gsLst>
                <a:lin ang="2700006" scaled="0"/>
              </a:gradFill>
              <a:ln>
                <a:noFill/>
              </a:ln>
              <a:effectLst>
                <a:outerShdw blurRad="185738" algn="bl" rotWithShape="0">
                  <a:schemeClr val="dk1">
                    <a:alpha val="3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20" name="Google Shape;3220;p34"/>
              <p:cNvSpPr/>
              <p:nvPr/>
            </p:nvSpPr>
            <p:spPr>
              <a:xfrm>
                <a:off x="2448950" y="2153675"/>
                <a:ext cx="117600" cy="1179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lt2"/>
                  </a:gs>
                </a:gsLst>
                <a:lin ang="2700006" scaled="0"/>
              </a:gradFill>
              <a:ln>
                <a:noFill/>
              </a:ln>
              <a:effectLst>
                <a:outerShdw blurRad="185738" algn="bl" rotWithShape="0">
                  <a:schemeClr val="dk1">
                    <a:alpha val="3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21" name="Google Shape;3221;p34"/>
              <p:cNvSpPr/>
              <p:nvPr/>
            </p:nvSpPr>
            <p:spPr>
              <a:xfrm>
                <a:off x="2448950" y="1942950"/>
                <a:ext cx="117600" cy="1179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lt2"/>
                  </a:gs>
                </a:gsLst>
                <a:lin ang="2700006" scaled="0"/>
              </a:gradFill>
              <a:ln>
                <a:noFill/>
              </a:ln>
              <a:effectLst>
                <a:outerShdw blurRad="185738" algn="bl" rotWithShape="0">
                  <a:schemeClr val="dk1">
                    <a:alpha val="3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22" name="Google Shape;3222;p34"/>
              <p:cNvSpPr/>
              <p:nvPr/>
            </p:nvSpPr>
            <p:spPr>
              <a:xfrm>
                <a:off x="2451050" y="1732225"/>
                <a:ext cx="113400" cy="1134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lt2"/>
                  </a:gs>
                </a:gsLst>
                <a:lin ang="2700006" scaled="0"/>
              </a:gradFill>
              <a:ln>
                <a:noFill/>
              </a:ln>
              <a:effectLst>
                <a:outerShdw blurRad="185738" algn="bl" rotWithShape="0">
                  <a:schemeClr val="dk1">
                    <a:alpha val="3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23" name="Google Shape;3223;p34"/>
              <p:cNvSpPr/>
              <p:nvPr/>
            </p:nvSpPr>
            <p:spPr>
              <a:xfrm>
                <a:off x="2453300" y="1521500"/>
                <a:ext cx="108900" cy="1089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lt2"/>
                  </a:gs>
                </a:gsLst>
                <a:lin ang="2700006" scaled="0"/>
              </a:gradFill>
              <a:ln>
                <a:noFill/>
              </a:ln>
              <a:effectLst>
                <a:outerShdw blurRad="185738" algn="bl" rotWithShape="0">
                  <a:schemeClr val="dk1">
                    <a:alpha val="3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24" name="Google Shape;3224;p34"/>
              <p:cNvSpPr/>
              <p:nvPr/>
            </p:nvSpPr>
            <p:spPr>
              <a:xfrm>
                <a:off x="2458250" y="1315275"/>
                <a:ext cx="99000" cy="990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lt2"/>
                  </a:gs>
                </a:gsLst>
                <a:lin ang="2700006" scaled="0"/>
              </a:gradFill>
              <a:ln>
                <a:noFill/>
              </a:ln>
              <a:effectLst>
                <a:outerShdw blurRad="185738" algn="bl" rotWithShape="0">
                  <a:schemeClr val="dk1">
                    <a:alpha val="3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25" name="Google Shape;3225;p34"/>
              <p:cNvSpPr/>
              <p:nvPr/>
            </p:nvSpPr>
            <p:spPr>
              <a:xfrm>
                <a:off x="2463050" y="1109050"/>
                <a:ext cx="89400" cy="894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lt2"/>
                  </a:gs>
                </a:gsLst>
                <a:lin ang="2700006" scaled="0"/>
              </a:gradFill>
              <a:ln>
                <a:noFill/>
              </a:ln>
              <a:effectLst>
                <a:outerShdw blurRad="185738" algn="bl" rotWithShape="0">
                  <a:schemeClr val="dk1">
                    <a:alpha val="3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26" name="Google Shape;3226;p34"/>
              <p:cNvSpPr/>
              <p:nvPr/>
            </p:nvSpPr>
            <p:spPr>
              <a:xfrm>
                <a:off x="2463050" y="902825"/>
                <a:ext cx="89400" cy="894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lt2"/>
                  </a:gs>
                </a:gsLst>
                <a:lin ang="2700006" scaled="0"/>
              </a:gradFill>
              <a:ln>
                <a:noFill/>
              </a:ln>
              <a:effectLst>
                <a:outerShdw blurRad="185738" algn="bl" rotWithShape="0">
                  <a:schemeClr val="dk1">
                    <a:alpha val="3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27" name="Google Shape;3227;p34"/>
              <p:cNvSpPr/>
              <p:nvPr/>
            </p:nvSpPr>
            <p:spPr>
              <a:xfrm>
                <a:off x="2468000" y="685625"/>
                <a:ext cx="79500" cy="795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lt2"/>
                  </a:gs>
                </a:gsLst>
                <a:lin ang="2700006" scaled="0"/>
              </a:gradFill>
              <a:ln>
                <a:noFill/>
              </a:ln>
              <a:effectLst>
                <a:outerShdw blurRad="185738" algn="bl" rotWithShape="0">
                  <a:schemeClr val="dk1">
                    <a:alpha val="3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228" name="Google Shape;3228;p34"/>
            <p:cNvGrpSpPr/>
            <p:nvPr/>
          </p:nvGrpSpPr>
          <p:grpSpPr>
            <a:xfrm>
              <a:off x="2030200" y="685625"/>
              <a:ext cx="143400" cy="2454350"/>
              <a:chOff x="2436050" y="685625"/>
              <a:chExt cx="143400" cy="2454350"/>
            </a:xfrm>
          </p:grpSpPr>
          <p:sp>
            <p:nvSpPr>
              <p:cNvPr id="3229" name="Google Shape;3229;p34"/>
              <p:cNvSpPr/>
              <p:nvPr/>
            </p:nvSpPr>
            <p:spPr>
              <a:xfrm>
                <a:off x="2436050" y="2996575"/>
                <a:ext cx="143400" cy="143400"/>
              </a:xfrm>
              <a:prstGeom prst="rect">
                <a:avLst/>
              </a:prstGeom>
              <a:solidFill>
                <a:srgbClr val="009F8C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30" name="Google Shape;3230;p34"/>
              <p:cNvSpPr/>
              <p:nvPr/>
            </p:nvSpPr>
            <p:spPr>
              <a:xfrm>
                <a:off x="2444600" y="2785850"/>
                <a:ext cx="126300" cy="126600"/>
              </a:xfrm>
              <a:prstGeom prst="rect">
                <a:avLst/>
              </a:prstGeom>
              <a:solidFill>
                <a:srgbClr val="009F8C">
                  <a:alpha val="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31" name="Google Shape;3231;p34"/>
              <p:cNvSpPr/>
              <p:nvPr/>
            </p:nvSpPr>
            <p:spPr>
              <a:xfrm>
                <a:off x="2444600" y="2575125"/>
                <a:ext cx="126300" cy="126600"/>
              </a:xfrm>
              <a:prstGeom prst="rect">
                <a:avLst/>
              </a:prstGeom>
              <a:solidFill>
                <a:srgbClr val="009F8C">
                  <a:alpha val="1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32" name="Google Shape;3232;p34"/>
              <p:cNvSpPr/>
              <p:nvPr/>
            </p:nvSpPr>
            <p:spPr>
              <a:xfrm>
                <a:off x="2444600" y="2364400"/>
                <a:ext cx="126300" cy="126600"/>
              </a:xfrm>
              <a:prstGeom prst="rect">
                <a:avLst/>
              </a:prstGeom>
              <a:solidFill>
                <a:srgbClr val="009F8C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33" name="Google Shape;3233;p34"/>
              <p:cNvSpPr/>
              <p:nvPr/>
            </p:nvSpPr>
            <p:spPr>
              <a:xfrm>
                <a:off x="2448950" y="2153675"/>
                <a:ext cx="117600" cy="117900"/>
              </a:xfrm>
              <a:prstGeom prst="rect">
                <a:avLst/>
              </a:prstGeom>
              <a:solidFill>
                <a:srgbClr val="009F8C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34" name="Google Shape;3234;p34"/>
              <p:cNvSpPr/>
              <p:nvPr/>
            </p:nvSpPr>
            <p:spPr>
              <a:xfrm>
                <a:off x="2448950" y="1942950"/>
                <a:ext cx="117600" cy="117900"/>
              </a:xfrm>
              <a:prstGeom prst="rect">
                <a:avLst/>
              </a:prstGeom>
              <a:solidFill>
                <a:srgbClr val="009F8C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35" name="Google Shape;3235;p34"/>
              <p:cNvSpPr/>
              <p:nvPr/>
            </p:nvSpPr>
            <p:spPr>
              <a:xfrm>
                <a:off x="2451050" y="1732225"/>
                <a:ext cx="113400" cy="113400"/>
              </a:xfrm>
              <a:prstGeom prst="rect">
                <a:avLst/>
              </a:prstGeom>
              <a:solidFill>
                <a:srgbClr val="009F8C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36" name="Google Shape;3236;p34"/>
              <p:cNvSpPr/>
              <p:nvPr/>
            </p:nvSpPr>
            <p:spPr>
              <a:xfrm>
                <a:off x="2453300" y="1521500"/>
                <a:ext cx="108900" cy="108900"/>
              </a:xfrm>
              <a:prstGeom prst="rect">
                <a:avLst/>
              </a:prstGeom>
              <a:solidFill>
                <a:srgbClr val="009F8C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37" name="Google Shape;3237;p34"/>
              <p:cNvSpPr/>
              <p:nvPr/>
            </p:nvSpPr>
            <p:spPr>
              <a:xfrm>
                <a:off x="2458250" y="1315275"/>
                <a:ext cx="99000" cy="99000"/>
              </a:xfrm>
              <a:prstGeom prst="rect">
                <a:avLst/>
              </a:prstGeom>
              <a:solidFill>
                <a:srgbClr val="009F8C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38" name="Google Shape;3238;p34"/>
              <p:cNvSpPr/>
              <p:nvPr/>
            </p:nvSpPr>
            <p:spPr>
              <a:xfrm>
                <a:off x="2463050" y="1109050"/>
                <a:ext cx="89400" cy="89400"/>
              </a:xfrm>
              <a:prstGeom prst="rect">
                <a:avLst/>
              </a:prstGeom>
              <a:solidFill>
                <a:srgbClr val="009F8C">
                  <a:alpha val="6499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39" name="Google Shape;3239;p34"/>
              <p:cNvSpPr/>
              <p:nvPr/>
            </p:nvSpPr>
            <p:spPr>
              <a:xfrm>
                <a:off x="2463050" y="902825"/>
                <a:ext cx="89400" cy="89400"/>
              </a:xfrm>
              <a:prstGeom prst="rect">
                <a:avLst/>
              </a:prstGeom>
              <a:solidFill>
                <a:srgbClr val="009F8C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40" name="Google Shape;3240;p34"/>
              <p:cNvSpPr/>
              <p:nvPr/>
            </p:nvSpPr>
            <p:spPr>
              <a:xfrm>
                <a:off x="2468000" y="685625"/>
                <a:ext cx="79500" cy="79500"/>
              </a:xfrm>
              <a:prstGeom prst="rect">
                <a:avLst/>
              </a:prstGeom>
              <a:solidFill>
                <a:srgbClr val="009F8C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3241" name="Google Shape;3241;p34"/>
          <p:cNvGrpSpPr/>
          <p:nvPr/>
        </p:nvGrpSpPr>
        <p:grpSpPr>
          <a:xfrm>
            <a:off x="7684200" y="-1210999"/>
            <a:ext cx="143400" cy="2454350"/>
            <a:chOff x="2030200" y="685625"/>
            <a:chExt cx="143400" cy="2454350"/>
          </a:xfrm>
        </p:grpSpPr>
        <p:grpSp>
          <p:nvGrpSpPr>
            <p:cNvPr id="3242" name="Google Shape;3242;p34"/>
            <p:cNvGrpSpPr/>
            <p:nvPr/>
          </p:nvGrpSpPr>
          <p:grpSpPr>
            <a:xfrm>
              <a:off x="2030200" y="685625"/>
              <a:ext cx="143400" cy="2454350"/>
              <a:chOff x="2436050" y="685625"/>
              <a:chExt cx="143400" cy="2454350"/>
            </a:xfrm>
          </p:grpSpPr>
          <p:sp>
            <p:nvSpPr>
              <p:cNvPr id="3243" name="Google Shape;3243;p34"/>
              <p:cNvSpPr/>
              <p:nvPr/>
            </p:nvSpPr>
            <p:spPr>
              <a:xfrm>
                <a:off x="2436050" y="2996575"/>
                <a:ext cx="143400" cy="1434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lt2"/>
                  </a:gs>
                </a:gsLst>
                <a:lin ang="2700006" scaled="0"/>
              </a:gradFill>
              <a:ln>
                <a:noFill/>
              </a:ln>
              <a:effectLst>
                <a:outerShdw blurRad="185738" algn="bl" rotWithShape="0">
                  <a:schemeClr val="dk1">
                    <a:alpha val="3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44" name="Google Shape;3244;p34"/>
              <p:cNvSpPr/>
              <p:nvPr/>
            </p:nvSpPr>
            <p:spPr>
              <a:xfrm>
                <a:off x="2444600" y="2785850"/>
                <a:ext cx="126300" cy="1266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lt2"/>
                  </a:gs>
                </a:gsLst>
                <a:lin ang="2700006" scaled="0"/>
              </a:gradFill>
              <a:ln>
                <a:noFill/>
              </a:ln>
              <a:effectLst>
                <a:outerShdw blurRad="185738" algn="bl" rotWithShape="0">
                  <a:schemeClr val="dk1">
                    <a:alpha val="3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45" name="Google Shape;3245;p34"/>
              <p:cNvSpPr/>
              <p:nvPr/>
            </p:nvSpPr>
            <p:spPr>
              <a:xfrm>
                <a:off x="2444600" y="2575125"/>
                <a:ext cx="126300" cy="1266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lt2"/>
                  </a:gs>
                </a:gsLst>
                <a:lin ang="2700006" scaled="0"/>
              </a:gradFill>
              <a:ln>
                <a:noFill/>
              </a:ln>
              <a:effectLst>
                <a:outerShdw blurRad="185738" algn="bl" rotWithShape="0">
                  <a:schemeClr val="dk1">
                    <a:alpha val="3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46" name="Google Shape;3246;p34"/>
              <p:cNvSpPr/>
              <p:nvPr/>
            </p:nvSpPr>
            <p:spPr>
              <a:xfrm>
                <a:off x="2444600" y="2364400"/>
                <a:ext cx="126300" cy="1266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lt2"/>
                  </a:gs>
                </a:gsLst>
                <a:lin ang="2700006" scaled="0"/>
              </a:gradFill>
              <a:ln>
                <a:noFill/>
              </a:ln>
              <a:effectLst>
                <a:outerShdw blurRad="185738" algn="bl" rotWithShape="0">
                  <a:schemeClr val="dk1">
                    <a:alpha val="3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47" name="Google Shape;3247;p34"/>
              <p:cNvSpPr/>
              <p:nvPr/>
            </p:nvSpPr>
            <p:spPr>
              <a:xfrm>
                <a:off x="2448950" y="2153675"/>
                <a:ext cx="117600" cy="1179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lt2"/>
                  </a:gs>
                </a:gsLst>
                <a:lin ang="2700006" scaled="0"/>
              </a:gradFill>
              <a:ln>
                <a:noFill/>
              </a:ln>
              <a:effectLst>
                <a:outerShdw blurRad="185738" algn="bl" rotWithShape="0">
                  <a:schemeClr val="dk1">
                    <a:alpha val="3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48" name="Google Shape;3248;p34"/>
              <p:cNvSpPr/>
              <p:nvPr/>
            </p:nvSpPr>
            <p:spPr>
              <a:xfrm>
                <a:off x="2448950" y="1942950"/>
                <a:ext cx="117600" cy="1179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lt2"/>
                  </a:gs>
                </a:gsLst>
                <a:lin ang="2700006" scaled="0"/>
              </a:gradFill>
              <a:ln>
                <a:noFill/>
              </a:ln>
              <a:effectLst>
                <a:outerShdw blurRad="185738" algn="bl" rotWithShape="0">
                  <a:schemeClr val="dk1">
                    <a:alpha val="3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49" name="Google Shape;3249;p34"/>
              <p:cNvSpPr/>
              <p:nvPr/>
            </p:nvSpPr>
            <p:spPr>
              <a:xfrm>
                <a:off x="2451050" y="1732225"/>
                <a:ext cx="113400" cy="1134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lt2"/>
                  </a:gs>
                </a:gsLst>
                <a:lin ang="2700006" scaled="0"/>
              </a:gradFill>
              <a:ln>
                <a:noFill/>
              </a:ln>
              <a:effectLst>
                <a:outerShdw blurRad="185738" algn="bl" rotWithShape="0">
                  <a:schemeClr val="dk1">
                    <a:alpha val="3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50" name="Google Shape;3250;p34"/>
              <p:cNvSpPr/>
              <p:nvPr/>
            </p:nvSpPr>
            <p:spPr>
              <a:xfrm>
                <a:off x="2453300" y="1521500"/>
                <a:ext cx="108900" cy="1089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lt2"/>
                  </a:gs>
                </a:gsLst>
                <a:lin ang="2700006" scaled="0"/>
              </a:gradFill>
              <a:ln>
                <a:noFill/>
              </a:ln>
              <a:effectLst>
                <a:outerShdw blurRad="185738" algn="bl" rotWithShape="0">
                  <a:schemeClr val="dk1">
                    <a:alpha val="3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51" name="Google Shape;3251;p34"/>
              <p:cNvSpPr/>
              <p:nvPr/>
            </p:nvSpPr>
            <p:spPr>
              <a:xfrm>
                <a:off x="2458250" y="1315275"/>
                <a:ext cx="99000" cy="990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lt2"/>
                  </a:gs>
                </a:gsLst>
                <a:lin ang="2700006" scaled="0"/>
              </a:gradFill>
              <a:ln>
                <a:noFill/>
              </a:ln>
              <a:effectLst>
                <a:outerShdw blurRad="185738" algn="bl" rotWithShape="0">
                  <a:schemeClr val="dk1">
                    <a:alpha val="3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52" name="Google Shape;3252;p34"/>
              <p:cNvSpPr/>
              <p:nvPr/>
            </p:nvSpPr>
            <p:spPr>
              <a:xfrm>
                <a:off x="2463050" y="1109050"/>
                <a:ext cx="89400" cy="894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lt2"/>
                  </a:gs>
                </a:gsLst>
                <a:lin ang="2700006" scaled="0"/>
              </a:gradFill>
              <a:ln>
                <a:noFill/>
              </a:ln>
              <a:effectLst>
                <a:outerShdw blurRad="185738" algn="bl" rotWithShape="0">
                  <a:schemeClr val="dk1">
                    <a:alpha val="3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53" name="Google Shape;3253;p34"/>
              <p:cNvSpPr/>
              <p:nvPr/>
            </p:nvSpPr>
            <p:spPr>
              <a:xfrm>
                <a:off x="2463050" y="902825"/>
                <a:ext cx="89400" cy="894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lt2"/>
                  </a:gs>
                </a:gsLst>
                <a:lin ang="2700006" scaled="0"/>
              </a:gradFill>
              <a:ln>
                <a:noFill/>
              </a:ln>
              <a:effectLst>
                <a:outerShdw blurRad="185738" algn="bl" rotWithShape="0">
                  <a:schemeClr val="dk1">
                    <a:alpha val="3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54" name="Google Shape;3254;p34"/>
              <p:cNvSpPr/>
              <p:nvPr/>
            </p:nvSpPr>
            <p:spPr>
              <a:xfrm>
                <a:off x="2468000" y="685625"/>
                <a:ext cx="79500" cy="795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lt2"/>
                  </a:gs>
                </a:gsLst>
                <a:lin ang="2700006" scaled="0"/>
              </a:gradFill>
              <a:ln>
                <a:noFill/>
              </a:ln>
              <a:effectLst>
                <a:outerShdw blurRad="185738" algn="bl" rotWithShape="0">
                  <a:schemeClr val="dk1">
                    <a:alpha val="3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255" name="Google Shape;3255;p34"/>
            <p:cNvGrpSpPr/>
            <p:nvPr/>
          </p:nvGrpSpPr>
          <p:grpSpPr>
            <a:xfrm>
              <a:off x="2030200" y="685625"/>
              <a:ext cx="143400" cy="2454350"/>
              <a:chOff x="2436050" y="685625"/>
              <a:chExt cx="143400" cy="2454350"/>
            </a:xfrm>
          </p:grpSpPr>
          <p:sp>
            <p:nvSpPr>
              <p:cNvPr id="3256" name="Google Shape;3256;p34"/>
              <p:cNvSpPr/>
              <p:nvPr/>
            </p:nvSpPr>
            <p:spPr>
              <a:xfrm>
                <a:off x="2436050" y="2996575"/>
                <a:ext cx="143400" cy="143400"/>
              </a:xfrm>
              <a:prstGeom prst="rect">
                <a:avLst/>
              </a:prstGeom>
              <a:solidFill>
                <a:srgbClr val="009F8C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57" name="Google Shape;3257;p34"/>
              <p:cNvSpPr/>
              <p:nvPr/>
            </p:nvSpPr>
            <p:spPr>
              <a:xfrm>
                <a:off x="2444600" y="2785850"/>
                <a:ext cx="126300" cy="126600"/>
              </a:xfrm>
              <a:prstGeom prst="rect">
                <a:avLst/>
              </a:prstGeom>
              <a:solidFill>
                <a:srgbClr val="009F8C">
                  <a:alpha val="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58" name="Google Shape;3258;p34"/>
              <p:cNvSpPr/>
              <p:nvPr/>
            </p:nvSpPr>
            <p:spPr>
              <a:xfrm>
                <a:off x="2444600" y="2575125"/>
                <a:ext cx="126300" cy="126600"/>
              </a:xfrm>
              <a:prstGeom prst="rect">
                <a:avLst/>
              </a:prstGeom>
              <a:solidFill>
                <a:srgbClr val="009F8C">
                  <a:alpha val="1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59" name="Google Shape;3259;p34"/>
              <p:cNvSpPr/>
              <p:nvPr/>
            </p:nvSpPr>
            <p:spPr>
              <a:xfrm>
                <a:off x="2444600" y="2364400"/>
                <a:ext cx="126300" cy="126600"/>
              </a:xfrm>
              <a:prstGeom prst="rect">
                <a:avLst/>
              </a:prstGeom>
              <a:solidFill>
                <a:srgbClr val="009F8C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60" name="Google Shape;3260;p34"/>
              <p:cNvSpPr/>
              <p:nvPr/>
            </p:nvSpPr>
            <p:spPr>
              <a:xfrm>
                <a:off x="2448950" y="2153675"/>
                <a:ext cx="117600" cy="117900"/>
              </a:xfrm>
              <a:prstGeom prst="rect">
                <a:avLst/>
              </a:prstGeom>
              <a:solidFill>
                <a:srgbClr val="009F8C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61" name="Google Shape;3261;p34"/>
              <p:cNvSpPr/>
              <p:nvPr/>
            </p:nvSpPr>
            <p:spPr>
              <a:xfrm>
                <a:off x="2448950" y="1942950"/>
                <a:ext cx="117600" cy="117900"/>
              </a:xfrm>
              <a:prstGeom prst="rect">
                <a:avLst/>
              </a:prstGeom>
              <a:solidFill>
                <a:srgbClr val="009F8C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62" name="Google Shape;3262;p34"/>
              <p:cNvSpPr/>
              <p:nvPr/>
            </p:nvSpPr>
            <p:spPr>
              <a:xfrm>
                <a:off x="2451050" y="1732225"/>
                <a:ext cx="113400" cy="113400"/>
              </a:xfrm>
              <a:prstGeom prst="rect">
                <a:avLst/>
              </a:prstGeom>
              <a:solidFill>
                <a:srgbClr val="009F8C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63" name="Google Shape;3263;p34"/>
              <p:cNvSpPr/>
              <p:nvPr/>
            </p:nvSpPr>
            <p:spPr>
              <a:xfrm>
                <a:off x="2453300" y="1521500"/>
                <a:ext cx="108900" cy="108900"/>
              </a:xfrm>
              <a:prstGeom prst="rect">
                <a:avLst/>
              </a:prstGeom>
              <a:solidFill>
                <a:srgbClr val="009F8C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64" name="Google Shape;3264;p34"/>
              <p:cNvSpPr/>
              <p:nvPr/>
            </p:nvSpPr>
            <p:spPr>
              <a:xfrm>
                <a:off x="2458250" y="1315275"/>
                <a:ext cx="99000" cy="99000"/>
              </a:xfrm>
              <a:prstGeom prst="rect">
                <a:avLst/>
              </a:prstGeom>
              <a:solidFill>
                <a:srgbClr val="009F8C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65" name="Google Shape;3265;p34"/>
              <p:cNvSpPr/>
              <p:nvPr/>
            </p:nvSpPr>
            <p:spPr>
              <a:xfrm>
                <a:off x="2463050" y="1109050"/>
                <a:ext cx="89400" cy="89400"/>
              </a:xfrm>
              <a:prstGeom prst="rect">
                <a:avLst/>
              </a:prstGeom>
              <a:solidFill>
                <a:srgbClr val="009F8C">
                  <a:alpha val="6499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66" name="Google Shape;3266;p34"/>
              <p:cNvSpPr/>
              <p:nvPr/>
            </p:nvSpPr>
            <p:spPr>
              <a:xfrm>
                <a:off x="2463050" y="902825"/>
                <a:ext cx="89400" cy="89400"/>
              </a:xfrm>
              <a:prstGeom prst="rect">
                <a:avLst/>
              </a:prstGeom>
              <a:solidFill>
                <a:srgbClr val="009F8C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67" name="Google Shape;3267;p34"/>
              <p:cNvSpPr/>
              <p:nvPr/>
            </p:nvSpPr>
            <p:spPr>
              <a:xfrm>
                <a:off x="2468000" y="685625"/>
                <a:ext cx="79500" cy="79500"/>
              </a:xfrm>
              <a:prstGeom prst="rect">
                <a:avLst/>
              </a:prstGeom>
              <a:solidFill>
                <a:srgbClr val="009F8C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3268" name="Google Shape;3268;p34"/>
          <p:cNvGrpSpPr/>
          <p:nvPr/>
        </p:nvGrpSpPr>
        <p:grpSpPr>
          <a:xfrm>
            <a:off x="8151138" y="1406400"/>
            <a:ext cx="143400" cy="2454350"/>
            <a:chOff x="2436050" y="685625"/>
            <a:chExt cx="143400" cy="2454350"/>
          </a:xfrm>
        </p:grpSpPr>
        <p:grpSp>
          <p:nvGrpSpPr>
            <p:cNvPr id="3269" name="Google Shape;3269;p34"/>
            <p:cNvGrpSpPr/>
            <p:nvPr/>
          </p:nvGrpSpPr>
          <p:grpSpPr>
            <a:xfrm>
              <a:off x="2436050" y="685625"/>
              <a:ext cx="143400" cy="2454350"/>
              <a:chOff x="2436050" y="685625"/>
              <a:chExt cx="143400" cy="2454350"/>
            </a:xfrm>
          </p:grpSpPr>
          <p:sp>
            <p:nvSpPr>
              <p:cNvPr id="3270" name="Google Shape;3270;p34"/>
              <p:cNvSpPr/>
              <p:nvPr/>
            </p:nvSpPr>
            <p:spPr>
              <a:xfrm>
                <a:off x="2436050" y="2996575"/>
                <a:ext cx="143400" cy="143400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2700006" scaled="0"/>
              </a:gradFill>
              <a:ln>
                <a:noFill/>
              </a:ln>
              <a:effectLst>
                <a:outerShdw blurRad="185738" algn="bl" rotWithShape="0">
                  <a:schemeClr val="dk1">
                    <a:alpha val="3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71" name="Google Shape;3271;p34"/>
              <p:cNvSpPr/>
              <p:nvPr/>
            </p:nvSpPr>
            <p:spPr>
              <a:xfrm>
                <a:off x="2444600" y="2785850"/>
                <a:ext cx="126300" cy="126600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2700006" scaled="0"/>
              </a:gradFill>
              <a:ln>
                <a:noFill/>
              </a:ln>
              <a:effectLst>
                <a:outerShdw blurRad="185738" algn="bl" rotWithShape="0">
                  <a:schemeClr val="dk1">
                    <a:alpha val="3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72" name="Google Shape;3272;p34"/>
              <p:cNvSpPr/>
              <p:nvPr/>
            </p:nvSpPr>
            <p:spPr>
              <a:xfrm>
                <a:off x="2444600" y="2575125"/>
                <a:ext cx="126300" cy="126600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2700006" scaled="0"/>
              </a:gradFill>
              <a:ln>
                <a:noFill/>
              </a:ln>
              <a:effectLst>
                <a:outerShdw blurRad="185738" algn="bl" rotWithShape="0">
                  <a:schemeClr val="dk1">
                    <a:alpha val="3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73" name="Google Shape;3273;p34"/>
              <p:cNvSpPr/>
              <p:nvPr/>
            </p:nvSpPr>
            <p:spPr>
              <a:xfrm>
                <a:off x="2444600" y="2364400"/>
                <a:ext cx="126300" cy="126600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2700006" scaled="0"/>
              </a:gradFill>
              <a:ln>
                <a:noFill/>
              </a:ln>
              <a:effectLst>
                <a:outerShdw blurRad="185738" algn="bl" rotWithShape="0">
                  <a:schemeClr val="dk1">
                    <a:alpha val="3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74" name="Google Shape;3274;p34"/>
              <p:cNvSpPr/>
              <p:nvPr/>
            </p:nvSpPr>
            <p:spPr>
              <a:xfrm>
                <a:off x="2448950" y="2153675"/>
                <a:ext cx="117600" cy="117900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2700006" scaled="0"/>
              </a:gradFill>
              <a:ln>
                <a:noFill/>
              </a:ln>
              <a:effectLst>
                <a:outerShdw blurRad="185738" algn="bl" rotWithShape="0">
                  <a:schemeClr val="dk1">
                    <a:alpha val="3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75" name="Google Shape;3275;p34"/>
              <p:cNvSpPr/>
              <p:nvPr/>
            </p:nvSpPr>
            <p:spPr>
              <a:xfrm>
                <a:off x="2448950" y="1942950"/>
                <a:ext cx="117600" cy="117900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2700006" scaled="0"/>
              </a:gradFill>
              <a:ln>
                <a:noFill/>
              </a:ln>
              <a:effectLst>
                <a:outerShdw blurRad="185738" algn="bl" rotWithShape="0">
                  <a:schemeClr val="dk1">
                    <a:alpha val="3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76" name="Google Shape;3276;p34"/>
              <p:cNvSpPr/>
              <p:nvPr/>
            </p:nvSpPr>
            <p:spPr>
              <a:xfrm>
                <a:off x="2451050" y="1732225"/>
                <a:ext cx="113400" cy="113400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2700006" scaled="0"/>
              </a:gradFill>
              <a:ln>
                <a:noFill/>
              </a:ln>
              <a:effectLst>
                <a:outerShdw blurRad="185738" algn="bl" rotWithShape="0">
                  <a:schemeClr val="dk1">
                    <a:alpha val="3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77" name="Google Shape;3277;p34"/>
              <p:cNvSpPr/>
              <p:nvPr/>
            </p:nvSpPr>
            <p:spPr>
              <a:xfrm>
                <a:off x="2453300" y="1521500"/>
                <a:ext cx="108900" cy="108900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2700006" scaled="0"/>
              </a:gradFill>
              <a:ln>
                <a:noFill/>
              </a:ln>
              <a:effectLst>
                <a:outerShdw blurRad="185738" algn="bl" rotWithShape="0">
                  <a:schemeClr val="dk1">
                    <a:alpha val="3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78" name="Google Shape;3278;p34"/>
              <p:cNvSpPr/>
              <p:nvPr/>
            </p:nvSpPr>
            <p:spPr>
              <a:xfrm>
                <a:off x="2458250" y="1315275"/>
                <a:ext cx="99000" cy="99000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2700006" scaled="0"/>
              </a:gradFill>
              <a:ln>
                <a:noFill/>
              </a:ln>
              <a:effectLst>
                <a:outerShdw blurRad="185738" algn="bl" rotWithShape="0">
                  <a:schemeClr val="dk1">
                    <a:alpha val="3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79" name="Google Shape;3279;p34"/>
              <p:cNvSpPr/>
              <p:nvPr/>
            </p:nvSpPr>
            <p:spPr>
              <a:xfrm>
                <a:off x="2463050" y="1109050"/>
                <a:ext cx="89400" cy="89400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2700006" scaled="0"/>
              </a:gradFill>
              <a:ln>
                <a:noFill/>
              </a:ln>
              <a:effectLst>
                <a:outerShdw blurRad="185738" algn="bl" rotWithShape="0">
                  <a:schemeClr val="dk1">
                    <a:alpha val="3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80" name="Google Shape;3280;p34"/>
              <p:cNvSpPr/>
              <p:nvPr/>
            </p:nvSpPr>
            <p:spPr>
              <a:xfrm>
                <a:off x="2463050" y="902825"/>
                <a:ext cx="89400" cy="89400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2700006" scaled="0"/>
              </a:gradFill>
              <a:ln>
                <a:noFill/>
              </a:ln>
              <a:effectLst>
                <a:outerShdw blurRad="185738" algn="bl" rotWithShape="0">
                  <a:schemeClr val="dk1">
                    <a:alpha val="3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81" name="Google Shape;3281;p34"/>
              <p:cNvSpPr/>
              <p:nvPr/>
            </p:nvSpPr>
            <p:spPr>
              <a:xfrm>
                <a:off x="2468000" y="685625"/>
                <a:ext cx="79500" cy="79500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chemeClr val="dk2"/>
                  </a:gs>
                </a:gsLst>
                <a:lin ang="2700006" scaled="0"/>
              </a:gradFill>
              <a:ln>
                <a:noFill/>
              </a:ln>
              <a:effectLst>
                <a:outerShdw blurRad="185738" algn="bl" rotWithShape="0">
                  <a:schemeClr val="dk1">
                    <a:alpha val="3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282" name="Google Shape;3282;p34"/>
            <p:cNvGrpSpPr/>
            <p:nvPr/>
          </p:nvGrpSpPr>
          <p:grpSpPr>
            <a:xfrm>
              <a:off x="2436050" y="685625"/>
              <a:ext cx="143400" cy="2454350"/>
              <a:chOff x="2436050" y="685625"/>
              <a:chExt cx="143400" cy="2454350"/>
            </a:xfrm>
          </p:grpSpPr>
          <p:sp>
            <p:nvSpPr>
              <p:cNvPr id="3283" name="Google Shape;3283;p34"/>
              <p:cNvSpPr/>
              <p:nvPr/>
            </p:nvSpPr>
            <p:spPr>
              <a:xfrm>
                <a:off x="2436050" y="2996575"/>
                <a:ext cx="143400" cy="143400"/>
              </a:xfrm>
              <a:prstGeom prst="rect">
                <a:avLst/>
              </a:prstGeom>
              <a:solidFill>
                <a:srgbClr val="009F8C">
                  <a:alpha val="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84" name="Google Shape;3284;p34"/>
              <p:cNvSpPr/>
              <p:nvPr/>
            </p:nvSpPr>
            <p:spPr>
              <a:xfrm>
                <a:off x="2444600" y="2785850"/>
                <a:ext cx="126300" cy="126600"/>
              </a:xfrm>
              <a:prstGeom prst="rect">
                <a:avLst/>
              </a:prstGeom>
              <a:solidFill>
                <a:srgbClr val="009F8C">
                  <a:alpha val="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85" name="Google Shape;3285;p34"/>
              <p:cNvSpPr/>
              <p:nvPr/>
            </p:nvSpPr>
            <p:spPr>
              <a:xfrm>
                <a:off x="2444600" y="2575125"/>
                <a:ext cx="126300" cy="126600"/>
              </a:xfrm>
              <a:prstGeom prst="rect">
                <a:avLst/>
              </a:prstGeom>
              <a:solidFill>
                <a:srgbClr val="009F8C">
                  <a:alpha val="1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86" name="Google Shape;3286;p34"/>
              <p:cNvSpPr/>
              <p:nvPr/>
            </p:nvSpPr>
            <p:spPr>
              <a:xfrm>
                <a:off x="2444600" y="2364400"/>
                <a:ext cx="126300" cy="126600"/>
              </a:xfrm>
              <a:prstGeom prst="rect">
                <a:avLst/>
              </a:prstGeom>
              <a:solidFill>
                <a:srgbClr val="009F8C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87" name="Google Shape;3287;p34"/>
              <p:cNvSpPr/>
              <p:nvPr/>
            </p:nvSpPr>
            <p:spPr>
              <a:xfrm>
                <a:off x="2448950" y="2153675"/>
                <a:ext cx="117600" cy="117900"/>
              </a:xfrm>
              <a:prstGeom prst="rect">
                <a:avLst/>
              </a:prstGeom>
              <a:solidFill>
                <a:srgbClr val="009F8C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88" name="Google Shape;3288;p34"/>
              <p:cNvSpPr/>
              <p:nvPr/>
            </p:nvSpPr>
            <p:spPr>
              <a:xfrm>
                <a:off x="2448950" y="1942950"/>
                <a:ext cx="117600" cy="117900"/>
              </a:xfrm>
              <a:prstGeom prst="rect">
                <a:avLst/>
              </a:prstGeom>
              <a:solidFill>
                <a:srgbClr val="009F8C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89" name="Google Shape;3289;p34"/>
              <p:cNvSpPr/>
              <p:nvPr/>
            </p:nvSpPr>
            <p:spPr>
              <a:xfrm>
                <a:off x="2451050" y="1732225"/>
                <a:ext cx="113400" cy="113400"/>
              </a:xfrm>
              <a:prstGeom prst="rect">
                <a:avLst/>
              </a:prstGeom>
              <a:solidFill>
                <a:srgbClr val="009F8C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90" name="Google Shape;3290;p34"/>
              <p:cNvSpPr/>
              <p:nvPr/>
            </p:nvSpPr>
            <p:spPr>
              <a:xfrm>
                <a:off x="2453300" y="1521500"/>
                <a:ext cx="108900" cy="108900"/>
              </a:xfrm>
              <a:prstGeom prst="rect">
                <a:avLst/>
              </a:prstGeom>
              <a:solidFill>
                <a:srgbClr val="009F8C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91" name="Google Shape;3291;p34"/>
              <p:cNvSpPr/>
              <p:nvPr/>
            </p:nvSpPr>
            <p:spPr>
              <a:xfrm>
                <a:off x="2458250" y="1315275"/>
                <a:ext cx="99000" cy="99000"/>
              </a:xfrm>
              <a:prstGeom prst="rect">
                <a:avLst/>
              </a:prstGeom>
              <a:solidFill>
                <a:srgbClr val="009F8C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92" name="Google Shape;3292;p34"/>
              <p:cNvSpPr/>
              <p:nvPr/>
            </p:nvSpPr>
            <p:spPr>
              <a:xfrm>
                <a:off x="2463050" y="1109050"/>
                <a:ext cx="89400" cy="89400"/>
              </a:xfrm>
              <a:prstGeom prst="rect">
                <a:avLst/>
              </a:prstGeom>
              <a:solidFill>
                <a:srgbClr val="009F8C">
                  <a:alpha val="6499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93" name="Google Shape;3293;p34"/>
              <p:cNvSpPr/>
              <p:nvPr/>
            </p:nvSpPr>
            <p:spPr>
              <a:xfrm>
                <a:off x="2463050" y="902825"/>
                <a:ext cx="89400" cy="89400"/>
              </a:xfrm>
              <a:prstGeom prst="rect">
                <a:avLst/>
              </a:prstGeom>
              <a:solidFill>
                <a:srgbClr val="009F8C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94" name="Google Shape;3294;p34"/>
              <p:cNvSpPr/>
              <p:nvPr/>
            </p:nvSpPr>
            <p:spPr>
              <a:xfrm>
                <a:off x="2468000" y="685625"/>
                <a:ext cx="79500" cy="79500"/>
              </a:xfrm>
              <a:prstGeom prst="rect">
                <a:avLst/>
              </a:prstGeom>
              <a:solidFill>
                <a:srgbClr val="009F8C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7" name="Google Shape;3487;p40"/>
          <p:cNvSpPr txBox="1">
            <a:spLocks noGrp="1"/>
          </p:cNvSpPr>
          <p:nvPr>
            <p:ph type="subTitle" idx="1"/>
          </p:nvPr>
        </p:nvSpPr>
        <p:spPr>
          <a:xfrm>
            <a:off x="1161907" y="854653"/>
            <a:ext cx="6696433" cy="28648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Potrebno</a:t>
            </a:r>
            <a:r>
              <a:rPr lang="en-GB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je </a:t>
            </a:r>
            <a:r>
              <a:rPr lang="en-GB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napraviti</a:t>
            </a:r>
            <a:r>
              <a:rPr lang="en-GB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klasu</a:t>
            </a:r>
            <a:r>
              <a:rPr lang="en-GB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Osoba</a:t>
            </a:r>
            <a:r>
              <a:rPr lang="en-GB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koja</a:t>
            </a:r>
            <a:r>
              <a:rPr lang="en-GB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sadrži</a:t>
            </a:r>
            <a:r>
              <a:rPr lang="en-GB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attribute </a:t>
            </a:r>
            <a:r>
              <a:rPr lang="en-GB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ime</a:t>
            </a:r>
            <a:r>
              <a:rPr lang="en-GB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prezime</a:t>
            </a:r>
            <a:r>
              <a:rPr lang="en-GB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(String). </a:t>
            </a:r>
            <a:r>
              <a:rPr lang="en-GB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Dodati</a:t>
            </a:r>
            <a:r>
              <a:rPr lang="en-GB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get </a:t>
            </a:r>
            <a:r>
              <a:rPr lang="en-GB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</a:t>
            </a:r>
            <a:r>
              <a:rPr lang="en-GB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set </a:t>
            </a:r>
            <a:r>
              <a:rPr lang="en-GB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metode</a:t>
            </a:r>
            <a:r>
              <a:rPr lang="en-GB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za oba </a:t>
            </a:r>
            <a:r>
              <a:rPr lang="en-GB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atributa</a:t>
            </a:r>
            <a:r>
              <a:rPr lang="en-GB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</a:t>
            </a:r>
            <a:r>
              <a:rPr lang="en-GB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Konstruktor</a:t>
            </a:r>
            <a:r>
              <a:rPr lang="en-GB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koji za </a:t>
            </a:r>
            <a:r>
              <a:rPr lang="en-GB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ulaz</a:t>
            </a:r>
            <a:r>
              <a:rPr lang="en-GB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prima </a:t>
            </a:r>
            <a:r>
              <a:rPr lang="en-GB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ime</a:t>
            </a:r>
            <a:r>
              <a:rPr lang="en-GB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</a:t>
            </a:r>
            <a:r>
              <a:rPr lang="en-GB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prezime</a:t>
            </a:r>
            <a:r>
              <a:rPr lang="en-GB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</a:t>
            </a:r>
            <a:r>
              <a:rPr lang="en-GB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Također</a:t>
            </a:r>
            <a:r>
              <a:rPr lang="en-GB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napraviti</a:t>
            </a:r>
            <a:r>
              <a:rPr lang="en-GB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metodu</a:t>
            </a:r>
            <a:r>
              <a:rPr lang="en-GB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pozdrav</a:t>
            </a:r>
            <a:r>
              <a:rPr lang="en-GB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koja</a:t>
            </a:r>
            <a:r>
              <a:rPr lang="en-GB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vraća</a:t>
            </a:r>
            <a:r>
              <a:rPr lang="en-GB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ispis</a:t>
            </a:r>
            <a:r>
              <a:rPr lang="en-GB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l-PL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"Pozdrav, ja sam " + ime + " " + prezime</a:t>
            </a:r>
            <a:r>
              <a:rPr lang="en-GB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</a:t>
            </a:r>
            <a:r>
              <a:rPr lang="en-GB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Nakon</a:t>
            </a:r>
            <a:r>
              <a:rPr lang="en-GB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toga je </a:t>
            </a:r>
            <a:r>
              <a:rPr lang="en-GB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potrebno</a:t>
            </a:r>
            <a:r>
              <a:rPr lang="en-GB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napraviti</a:t>
            </a:r>
            <a:r>
              <a:rPr lang="en-GB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dvije</a:t>
            </a:r>
            <a:r>
              <a:rPr lang="en-GB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klase</a:t>
            </a:r>
            <a:r>
              <a:rPr lang="en-GB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Student </a:t>
            </a:r>
            <a:r>
              <a:rPr lang="en-GB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</a:t>
            </a:r>
            <a:r>
              <a:rPr lang="en-GB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Profesor</a:t>
            </a:r>
            <a:r>
              <a:rPr lang="en-GB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koje</a:t>
            </a:r>
            <a:r>
              <a:rPr lang="en-GB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nasljeđuju</a:t>
            </a:r>
            <a:r>
              <a:rPr lang="en-GB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klasu</a:t>
            </a:r>
            <a:r>
              <a:rPr lang="en-GB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Osoba</a:t>
            </a:r>
            <a:r>
              <a:rPr lang="en-GB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Student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dodatno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ima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atribut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brojIndeksa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(String), a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Profesor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predmet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(String).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Dodati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get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set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metode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za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nove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attribute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nadjačati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metodu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pozdrav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koja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že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za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studenta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ispisivati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l-PL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"Pozdrav, ja sam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student</a:t>
            </a:r>
            <a:r>
              <a:rPr lang="pl-PL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" + ime + " " + prezime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+ </a:t>
            </a:r>
            <a:r>
              <a:rPr lang="pl-PL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"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brojem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indeksa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l-PL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"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+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brojIndeksa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a za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profesora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l-PL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"Pozdrav, ja sam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profesor</a:t>
            </a:r>
            <a:r>
              <a:rPr lang="pl-PL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" + ime + " " + prezime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+ </a:t>
            </a:r>
            <a:r>
              <a:rPr lang="pl-PL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"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predajem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pl-PL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"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+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predmet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U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glavnom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programu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napraviti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instancu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svake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od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ovih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klasa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pozvati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metodu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pozdrav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endParaRPr lang="hr-BA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3382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7" name="Google Shape;3487;p40"/>
          <p:cNvSpPr txBox="1">
            <a:spLocks noGrp="1"/>
          </p:cNvSpPr>
          <p:nvPr>
            <p:ph type="subTitle" idx="1"/>
          </p:nvPr>
        </p:nvSpPr>
        <p:spPr>
          <a:xfrm>
            <a:off x="1161907" y="605076"/>
            <a:ext cx="6696433" cy="41757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Potrebno</a:t>
            </a:r>
            <a:r>
              <a:rPr lang="en-GB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je </a:t>
            </a:r>
            <a:r>
              <a:rPr lang="en-GB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napraviti</a:t>
            </a:r>
            <a:r>
              <a:rPr lang="en-GB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klasu</a:t>
            </a:r>
            <a:r>
              <a:rPr lang="en-GB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Item </a:t>
            </a:r>
            <a:r>
              <a:rPr lang="en-GB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koja</a:t>
            </a:r>
            <a:r>
              <a:rPr lang="en-GB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koja</a:t>
            </a:r>
            <a:r>
              <a:rPr lang="en-GB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ima</a:t>
            </a:r>
            <a:r>
              <a:rPr lang="en-GB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atribute</a:t>
            </a:r>
            <a:r>
              <a:rPr lang="en-GB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name, </a:t>
            </a:r>
            <a:r>
              <a:rPr lang="en-GB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sku</a:t>
            </a:r>
            <a:r>
              <a:rPr lang="en-GB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(Stock Keeping Unit) </a:t>
            </a:r>
            <a:r>
              <a:rPr lang="en-GB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koja</a:t>
            </a:r>
            <a:r>
              <a:rPr lang="en-GB" b="0" i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su</a:t>
            </a:r>
            <a:r>
              <a:rPr lang="en-GB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oba String </a:t>
            </a:r>
            <a:r>
              <a:rPr lang="en-GB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</a:t>
            </a:r>
            <a:r>
              <a:rPr lang="en-GB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netSalePrice</a:t>
            </a:r>
            <a:r>
              <a:rPr lang="en-GB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koji je </a:t>
            </a:r>
            <a:r>
              <a:rPr lang="en-GB" b="0" i="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tipa</a:t>
            </a:r>
            <a:r>
              <a:rPr lang="en-GB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double.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Pravimo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ponovo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gettere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settere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za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sve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attribute. Ova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klasa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također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treba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sadržavati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dva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konstruktora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jedan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u koji se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prosljeđuju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sva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tri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atributa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drugi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u koji se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prosljeđuju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prva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dva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atributa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cijena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postavlja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na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0.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Klasa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Item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također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sadrži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metode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getVAT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koja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vraća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vrijednost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PDV-a (17%)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getPrice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koja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kao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parametar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prima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varijablu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n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koja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je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cijeli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broj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vraća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cijenu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PDV-om za n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artikala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Također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je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potrebno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napraviti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metodu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getItemType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koja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vraća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prazan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string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je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potrebno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nadjačati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metodu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toString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koja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treba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vraćati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ispis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“</a:t>
            </a:r>
            <a:r>
              <a:rPr lang="en-GB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sku</a:t>
            </a:r>
            <a:r>
              <a:rPr lang="en-GB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– name”</a:t>
            </a:r>
          </a:p>
          <a:p>
            <a:endParaRPr lang="en-GB" dirty="0">
              <a:latin typeface="Söhne"/>
            </a:endParaRPr>
          </a:p>
          <a:p>
            <a:r>
              <a:rPr lang="en-GB" dirty="0"/>
              <a:t>Sada  je </a:t>
            </a:r>
            <a:r>
              <a:rPr lang="en-GB" dirty="0" err="1"/>
              <a:t>potrebno</a:t>
            </a:r>
            <a:r>
              <a:rPr lang="en-GB" dirty="0"/>
              <a:t> </a:t>
            </a:r>
            <a:r>
              <a:rPr lang="en-GB" dirty="0" err="1"/>
              <a:t>napraviti</a:t>
            </a:r>
            <a:r>
              <a:rPr lang="en-GB" dirty="0"/>
              <a:t> </a:t>
            </a:r>
            <a:r>
              <a:rPr lang="en-GB" dirty="0" err="1"/>
              <a:t>klasu</a:t>
            </a:r>
            <a:r>
              <a:rPr lang="en-GB" dirty="0"/>
              <a:t> Food </a:t>
            </a:r>
            <a:r>
              <a:rPr lang="en-GB" dirty="0" err="1"/>
              <a:t>koja</a:t>
            </a:r>
            <a:r>
              <a:rPr lang="en-GB" dirty="0"/>
              <a:t> </a:t>
            </a:r>
            <a:r>
              <a:rPr lang="en-GB" dirty="0" err="1"/>
              <a:t>nasljeđuje</a:t>
            </a:r>
            <a:r>
              <a:rPr lang="en-GB" dirty="0"/>
              <a:t> </a:t>
            </a:r>
            <a:r>
              <a:rPr lang="en-GB" dirty="0" err="1"/>
              <a:t>klasu</a:t>
            </a:r>
            <a:r>
              <a:rPr lang="en-GB" dirty="0"/>
              <a:t> Item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ima</a:t>
            </a:r>
            <a:r>
              <a:rPr lang="en-GB" dirty="0"/>
              <a:t> </a:t>
            </a:r>
            <a:r>
              <a:rPr lang="en-GB" dirty="0" err="1"/>
              <a:t>dodatne</a:t>
            </a:r>
            <a:r>
              <a:rPr lang="en-GB" dirty="0"/>
              <a:t> attribute weight(double)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bestBefore</a:t>
            </a:r>
            <a:r>
              <a:rPr lang="en-GB" dirty="0"/>
              <a:t>(</a:t>
            </a:r>
            <a:r>
              <a:rPr lang="en-GB" dirty="0" err="1"/>
              <a:t>LocalDate</a:t>
            </a:r>
            <a:r>
              <a:rPr lang="en-GB" dirty="0"/>
              <a:t>). Za </a:t>
            </a:r>
            <a:r>
              <a:rPr lang="en-GB" dirty="0" err="1"/>
              <a:t>nove</a:t>
            </a:r>
            <a:r>
              <a:rPr lang="en-GB" dirty="0"/>
              <a:t> attribute je </a:t>
            </a:r>
            <a:r>
              <a:rPr lang="en-GB" dirty="0" err="1"/>
              <a:t>potrebno</a:t>
            </a:r>
            <a:r>
              <a:rPr lang="en-GB" dirty="0"/>
              <a:t> </a:t>
            </a:r>
            <a:r>
              <a:rPr lang="en-GB" dirty="0" err="1"/>
              <a:t>napraviti</a:t>
            </a:r>
            <a:r>
              <a:rPr lang="en-GB" dirty="0"/>
              <a:t> get </a:t>
            </a:r>
            <a:r>
              <a:rPr lang="en-GB" dirty="0" err="1"/>
              <a:t>i</a:t>
            </a:r>
            <a:r>
              <a:rPr lang="en-GB" dirty="0"/>
              <a:t> set </a:t>
            </a:r>
            <a:r>
              <a:rPr lang="en-GB" dirty="0" err="1"/>
              <a:t>metode</a:t>
            </a:r>
            <a:r>
              <a:rPr lang="en-GB" dirty="0"/>
              <a:t>. </a:t>
            </a:r>
            <a:r>
              <a:rPr lang="en-GB" dirty="0" err="1"/>
              <a:t>Također</a:t>
            </a:r>
            <a:r>
              <a:rPr lang="en-GB" dirty="0"/>
              <a:t> je </a:t>
            </a:r>
            <a:r>
              <a:rPr lang="en-GB" dirty="0" err="1"/>
              <a:t>potrebno</a:t>
            </a:r>
            <a:r>
              <a:rPr lang="en-GB" dirty="0"/>
              <a:t> </a:t>
            </a:r>
            <a:r>
              <a:rPr lang="en-GB" dirty="0" err="1"/>
              <a:t>napraviti</a:t>
            </a:r>
            <a:r>
              <a:rPr lang="en-GB" dirty="0"/>
              <a:t> </a:t>
            </a:r>
            <a:r>
              <a:rPr lang="en-GB" dirty="0" err="1"/>
              <a:t>konstruktore</a:t>
            </a:r>
            <a:r>
              <a:rPr lang="en-GB" dirty="0"/>
              <a:t> koji </a:t>
            </a:r>
            <a:r>
              <a:rPr lang="en-GB" dirty="0" err="1"/>
              <a:t>će</a:t>
            </a:r>
            <a:r>
              <a:rPr lang="en-GB" dirty="0"/>
              <a:t> </a:t>
            </a:r>
            <a:r>
              <a:rPr lang="en-GB" dirty="0" err="1"/>
              <a:t>uključiti</a:t>
            </a:r>
            <a:r>
              <a:rPr lang="en-GB" dirty="0"/>
              <a:t> </a:t>
            </a:r>
            <a:r>
              <a:rPr lang="en-GB" dirty="0" err="1"/>
              <a:t>nove</a:t>
            </a:r>
            <a:r>
              <a:rPr lang="en-GB" dirty="0"/>
              <a:t> attribute. </a:t>
            </a:r>
            <a:r>
              <a:rPr lang="en-GB" dirty="0" err="1"/>
              <a:t>Potrebno</a:t>
            </a:r>
            <a:r>
              <a:rPr lang="en-GB" dirty="0"/>
              <a:t> je </a:t>
            </a:r>
            <a:r>
              <a:rPr lang="en-GB" dirty="0" err="1"/>
              <a:t>nadjačati</a:t>
            </a:r>
            <a:r>
              <a:rPr lang="en-GB" dirty="0"/>
              <a:t> </a:t>
            </a:r>
            <a:r>
              <a:rPr lang="en-GB" dirty="0" err="1"/>
              <a:t>metode</a:t>
            </a:r>
            <a:r>
              <a:rPr lang="en-GB" dirty="0"/>
              <a:t> </a:t>
            </a:r>
            <a:r>
              <a:rPr lang="en-GB" dirty="0" err="1"/>
              <a:t>getVAT</a:t>
            </a:r>
            <a:r>
              <a:rPr lang="en-GB" dirty="0"/>
              <a:t> </a:t>
            </a:r>
            <a:r>
              <a:rPr lang="en-GB" dirty="0" err="1"/>
              <a:t>koja</a:t>
            </a:r>
            <a:r>
              <a:rPr lang="en-GB" dirty="0"/>
              <a:t> </a:t>
            </a:r>
            <a:r>
              <a:rPr lang="en-GB" dirty="0" err="1"/>
              <a:t>će</a:t>
            </a:r>
            <a:r>
              <a:rPr lang="en-GB" dirty="0"/>
              <a:t> </a:t>
            </a:r>
            <a:r>
              <a:rPr lang="en-GB" dirty="0" err="1"/>
              <a:t>sada</a:t>
            </a:r>
            <a:r>
              <a:rPr lang="en-GB" dirty="0"/>
              <a:t> </a:t>
            </a:r>
            <a:r>
              <a:rPr lang="en-GB" dirty="0" err="1"/>
              <a:t>vraćati</a:t>
            </a:r>
            <a:r>
              <a:rPr lang="en-GB" dirty="0"/>
              <a:t> 0.07, </a:t>
            </a:r>
            <a:r>
              <a:rPr lang="en-GB" dirty="0" err="1"/>
              <a:t>getItemType</a:t>
            </a:r>
            <a:r>
              <a:rPr lang="en-GB" dirty="0"/>
              <a:t> </a:t>
            </a:r>
            <a:r>
              <a:rPr lang="en-GB" dirty="0" err="1"/>
              <a:t>koja</a:t>
            </a:r>
            <a:r>
              <a:rPr lang="en-GB" dirty="0"/>
              <a:t> </a:t>
            </a:r>
            <a:r>
              <a:rPr lang="en-GB" dirty="0" err="1"/>
              <a:t>će</a:t>
            </a:r>
            <a:r>
              <a:rPr lang="en-GB" dirty="0"/>
              <a:t> </a:t>
            </a:r>
            <a:r>
              <a:rPr lang="en-GB" dirty="0" err="1"/>
              <a:t>sada</a:t>
            </a:r>
            <a:r>
              <a:rPr lang="en-GB" dirty="0"/>
              <a:t> </a:t>
            </a:r>
            <a:r>
              <a:rPr lang="en-GB" dirty="0" err="1"/>
              <a:t>vraćati</a:t>
            </a:r>
            <a:r>
              <a:rPr lang="en-GB" dirty="0"/>
              <a:t> “Food”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toString</a:t>
            </a:r>
            <a:r>
              <a:rPr lang="en-GB" dirty="0"/>
              <a:t> </a:t>
            </a:r>
            <a:r>
              <a:rPr lang="en-GB" dirty="0" err="1"/>
              <a:t>koja</a:t>
            </a:r>
            <a:r>
              <a:rPr lang="en-GB" dirty="0"/>
              <a:t> </a:t>
            </a:r>
            <a:r>
              <a:rPr lang="en-GB" dirty="0" err="1"/>
              <a:t>će</a:t>
            </a:r>
            <a:r>
              <a:rPr lang="en-GB" dirty="0"/>
              <a:t> </a:t>
            </a:r>
            <a:r>
              <a:rPr lang="en-GB" dirty="0" err="1"/>
              <a:t>vraćati</a:t>
            </a:r>
            <a:r>
              <a:rPr lang="en-GB" dirty="0"/>
              <a:t> </a:t>
            </a:r>
            <a:r>
              <a:rPr lang="en-GB" dirty="0" err="1"/>
              <a:t>ispis</a:t>
            </a:r>
            <a:r>
              <a:rPr lang="en-GB" dirty="0"/>
              <a:t> “</a:t>
            </a:r>
            <a:r>
              <a:rPr lang="en-GB" dirty="0" err="1"/>
              <a:t>sku</a:t>
            </a:r>
            <a:r>
              <a:rPr lang="en-GB" dirty="0"/>
              <a:t> - name , best before: </a:t>
            </a:r>
            <a:r>
              <a:rPr lang="en-GB" dirty="0" err="1"/>
              <a:t>dd.MM.yyyy</a:t>
            </a:r>
            <a:r>
              <a:rPr lang="en-GB" dirty="0"/>
              <a:t>.</a:t>
            </a:r>
            <a:endParaRPr lang="hr-BA" dirty="0"/>
          </a:p>
        </p:txBody>
      </p:sp>
    </p:spTree>
    <p:extLst>
      <p:ext uri="{BB962C8B-B14F-4D97-AF65-F5344CB8AC3E}">
        <p14:creationId xmlns:p14="http://schemas.microsoft.com/office/powerpoint/2010/main" val="1372482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7" name="Google Shape;3487;p40"/>
          <p:cNvSpPr txBox="1">
            <a:spLocks noGrp="1"/>
          </p:cNvSpPr>
          <p:nvPr>
            <p:ph type="subTitle" idx="1"/>
          </p:nvPr>
        </p:nvSpPr>
        <p:spPr>
          <a:xfrm>
            <a:off x="1161907" y="605076"/>
            <a:ext cx="6696433" cy="41757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 err="1"/>
              <a:t>Napraviti</a:t>
            </a:r>
            <a:r>
              <a:rPr lang="en-GB" dirty="0"/>
              <a:t> </a:t>
            </a:r>
            <a:r>
              <a:rPr lang="en-GB" dirty="0" err="1"/>
              <a:t>klasu</a:t>
            </a:r>
            <a:r>
              <a:rPr lang="en-GB" dirty="0"/>
              <a:t> Beverage </a:t>
            </a:r>
            <a:r>
              <a:rPr lang="en-GB" dirty="0" err="1"/>
              <a:t>koja</a:t>
            </a:r>
            <a:r>
              <a:rPr lang="en-GB" dirty="0"/>
              <a:t> </a:t>
            </a:r>
            <a:r>
              <a:rPr lang="en-GB" dirty="0" err="1"/>
              <a:t>također</a:t>
            </a:r>
            <a:r>
              <a:rPr lang="en-GB" dirty="0"/>
              <a:t> </a:t>
            </a:r>
            <a:r>
              <a:rPr lang="en-GB" dirty="0" err="1"/>
              <a:t>nasljeđuje</a:t>
            </a:r>
            <a:r>
              <a:rPr lang="en-GB" dirty="0"/>
              <a:t> </a:t>
            </a:r>
            <a:r>
              <a:rPr lang="en-GB" dirty="0" err="1"/>
              <a:t>klasu</a:t>
            </a:r>
            <a:r>
              <a:rPr lang="en-GB" dirty="0"/>
              <a:t> Item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ima</a:t>
            </a:r>
            <a:r>
              <a:rPr lang="en-GB" dirty="0"/>
              <a:t> </a:t>
            </a:r>
            <a:r>
              <a:rPr lang="en-GB" dirty="0" err="1"/>
              <a:t>dodatni</a:t>
            </a:r>
            <a:r>
              <a:rPr lang="en-GB" dirty="0"/>
              <a:t> </a:t>
            </a:r>
            <a:r>
              <a:rPr lang="en-GB" dirty="0" err="1"/>
              <a:t>atribut</a:t>
            </a:r>
            <a:r>
              <a:rPr lang="en-GB" dirty="0"/>
              <a:t> volume(double). Za volume je </a:t>
            </a:r>
            <a:r>
              <a:rPr lang="en-GB" dirty="0" err="1"/>
              <a:t>potrebno</a:t>
            </a:r>
            <a:r>
              <a:rPr lang="en-GB" dirty="0"/>
              <a:t> </a:t>
            </a:r>
            <a:r>
              <a:rPr lang="en-GB" dirty="0" err="1"/>
              <a:t>napraviti</a:t>
            </a:r>
            <a:r>
              <a:rPr lang="en-GB" dirty="0"/>
              <a:t> get </a:t>
            </a:r>
            <a:r>
              <a:rPr lang="en-GB" dirty="0" err="1"/>
              <a:t>i</a:t>
            </a:r>
            <a:r>
              <a:rPr lang="en-GB" dirty="0"/>
              <a:t> set </a:t>
            </a:r>
            <a:r>
              <a:rPr lang="en-GB" dirty="0" err="1"/>
              <a:t>metode</a:t>
            </a:r>
            <a:r>
              <a:rPr lang="en-GB" dirty="0"/>
              <a:t>. </a:t>
            </a:r>
            <a:r>
              <a:rPr lang="en-GB" dirty="0" err="1"/>
              <a:t>Također</a:t>
            </a:r>
            <a:r>
              <a:rPr lang="en-GB" dirty="0"/>
              <a:t> je </a:t>
            </a:r>
            <a:r>
              <a:rPr lang="en-GB" dirty="0" err="1"/>
              <a:t>potrebno</a:t>
            </a:r>
            <a:r>
              <a:rPr lang="en-GB" dirty="0"/>
              <a:t> </a:t>
            </a:r>
            <a:r>
              <a:rPr lang="en-GB" dirty="0" err="1"/>
              <a:t>napraviti</a:t>
            </a:r>
            <a:r>
              <a:rPr lang="en-GB" dirty="0"/>
              <a:t> </a:t>
            </a:r>
            <a:r>
              <a:rPr lang="en-GB" dirty="0" err="1"/>
              <a:t>konstruktore</a:t>
            </a:r>
            <a:r>
              <a:rPr lang="en-GB" dirty="0"/>
              <a:t> koji </a:t>
            </a:r>
            <a:r>
              <a:rPr lang="en-GB" dirty="0" err="1"/>
              <a:t>će</a:t>
            </a:r>
            <a:r>
              <a:rPr lang="en-GB" dirty="0"/>
              <a:t> </a:t>
            </a:r>
            <a:r>
              <a:rPr lang="en-GB" dirty="0" err="1"/>
              <a:t>uključiti</a:t>
            </a:r>
            <a:r>
              <a:rPr lang="en-GB" dirty="0"/>
              <a:t> </a:t>
            </a:r>
            <a:r>
              <a:rPr lang="en-GB" dirty="0" err="1"/>
              <a:t>novi</a:t>
            </a:r>
            <a:r>
              <a:rPr lang="en-GB" dirty="0"/>
              <a:t> </a:t>
            </a:r>
            <a:r>
              <a:rPr lang="en-GB" dirty="0" err="1"/>
              <a:t>atribut</a:t>
            </a:r>
            <a:r>
              <a:rPr lang="en-GB" dirty="0"/>
              <a:t>. </a:t>
            </a:r>
            <a:r>
              <a:rPr lang="en-GB" dirty="0" err="1"/>
              <a:t>Potrebno</a:t>
            </a:r>
            <a:r>
              <a:rPr lang="en-GB" dirty="0"/>
              <a:t> je </a:t>
            </a:r>
            <a:r>
              <a:rPr lang="en-GB" dirty="0" err="1"/>
              <a:t>nadjačati</a:t>
            </a:r>
            <a:r>
              <a:rPr lang="en-GB" dirty="0"/>
              <a:t> </a:t>
            </a:r>
            <a:r>
              <a:rPr lang="en-GB" dirty="0" err="1"/>
              <a:t>metodu</a:t>
            </a:r>
            <a:r>
              <a:rPr lang="en-GB" dirty="0"/>
              <a:t> </a:t>
            </a:r>
            <a:r>
              <a:rPr lang="en-GB" dirty="0" err="1"/>
              <a:t>getItemType</a:t>
            </a:r>
            <a:r>
              <a:rPr lang="en-GB" dirty="0"/>
              <a:t> </a:t>
            </a:r>
            <a:r>
              <a:rPr lang="en-GB" dirty="0" err="1"/>
              <a:t>koja</a:t>
            </a:r>
            <a:r>
              <a:rPr lang="en-GB" dirty="0"/>
              <a:t> </a:t>
            </a:r>
            <a:r>
              <a:rPr lang="en-GB" dirty="0" err="1"/>
              <a:t>će</a:t>
            </a:r>
            <a:r>
              <a:rPr lang="en-GB" dirty="0"/>
              <a:t> </a:t>
            </a:r>
            <a:r>
              <a:rPr lang="en-GB" dirty="0" err="1"/>
              <a:t>sada</a:t>
            </a:r>
            <a:r>
              <a:rPr lang="en-GB" dirty="0"/>
              <a:t> </a:t>
            </a:r>
            <a:r>
              <a:rPr lang="en-GB" dirty="0" err="1"/>
              <a:t>vraćati</a:t>
            </a:r>
            <a:r>
              <a:rPr lang="en-GB" dirty="0"/>
              <a:t> “Beverage”</a:t>
            </a:r>
          </a:p>
          <a:p>
            <a:endParaRPr lang="en-GB" dirty="0"/>
          </a:p>
          <a:p>
            <a:r>
              <a:rPr lang="en-GB" dirty="0"/>
              <a:t>U </a:t>
            </a:r>
            <a:r>
              <a:rPr lang="en-GB" dirty="0" err="1"/>
              <a:t>glavnom</a:t>
            </a:r>
            <a:r>
              <a:rPr lang="en-GB" dirty="0"/>
              <a:t> </a:t>
            </a:r>
            <a:r>
              <a:rPr lang="en-GB" dirty="0" err="1"/>
              <a:t>programu</a:t>
            </a:r>
            <a:r>
              <a:rPr lang="en-GB" dirty="0"/>
              <a:t> </a:t>
            </a:r>
            <a:r>
              <a:rPr lang="en-GB" dirty="0" err="1"/>
              <a:t>napraviti</a:t>
            </a:r>
            <a:r>
              <a:rPr lang="en-GB" dirty="0"/>
              <a:t> </a:t>
            </a:r>
            <a:r>
              <a:rPr lang="en-GB" dirty="0" err="1"/>
              <a:t>instancu</a:t>
            </a:r>
            <a:r>
              <a:rPr lang="en-GB" dirty="0"/>
              <a:t> </a:t>
            </a:r>
            <a:r>
              <a:rPr lang="en-GB" dirty="0" err="1"/>
              <a:t>svake</a:t>
            </a:r>
            <a:r>
              <a:rPr lang="en-GB" dirty="0"/>
              <a:t> </a:t>
            </a:r>
            <a:r>
              <a:rPr lang="en-GB" dirty="0" err="1"/>
              <a:t>klase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ispisati</a:t>
            </a:r>
            <a:r>
              <a:rPr lang="en-GB" dirty="0"/>
              <a:t> je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pozvati</a:t>
            </a:r>
            <a:r>
              <a:rPr lang="en-GB" dirty="0"/>
              <a:t> </a:t>
            </a:r>
            <a:r>
              <a:rPr lang="en-GB" dirty="0" err="1"/>
              <a:t>metode</a:t>
            </a:r>
            <a:r>
              <a:rPr lang="en-GB" dirty="0"/>
              <a:t> </a:t>
            </a:r>
            <a:r>
              <a:rPr lang="en-GB" dirty="0" err="1"/>
              <a:t>getItemType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getPrice</a:t>
            </a:r>
            <a:r>
              <a:rPr lang="en-GB" dirty="0"/>
              <a:t>.</a:t>
            </a:r>
            <a:endParaRPr lang="hr-BA" dirty="0"/>
          </a:p>
        </p:txBody>
      </p:sp>
    </p:spTree>
    <p:extLst>
      <p:ext uri="{BB962C8B-B14F-4D97-AF65-F5344CB8AC3E}">
        <p14:creationId xmlns:p14="http://schemas.microsoft.com/office/powerpoint/2010/main" val="2506451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6872" y="1964441"/>
            <a:ext cx="7710900" cy="572700"/>
          </a:xfrm>
        </p:spPr>
        <p:txBody>
          <a:bodyPr/>
          <a:lstStyle/>
          <a:p>
            <a:r>
              <a:rPr lang="hr-HR" dirty="0"/>
              <a:t>PITANJA?</a:t>
            </a:r>
          </a:p>
        </p:txBody>
      </p:sp>
    </p:spTree>
    <p:extLst>
      <p:ext uri="{BB962C8B-B14F-4D97-AF65-F5344CB8AC3E}">
        <p14:creationId xmlns:p14="http://schemas.microsoft.com/office/powerpoint/2010/main" val="1299320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Longitudinal Data Analysis - Master of Science in Biostatistics by Slidesgo">
  <a:themeElements>
    <a:clrScheme name="Simple Light">
      <a:dk1>
        <a:srgbClr val="FFFFFF"/>
      </a:dk1>
      <a:lt1>
        <a:srgbClr val="0C343D"/>
      </a:lt1>
      <a:dk2>
        <a:srgbClr val="02C5AE"/>
      </a:dk2>
      <a:lt2>
        <a:srgbClr val="7DF3E5"/>
      </a:lt2>
      <a:accent1>
        <a:srgbClr val="B6F8F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688</TotalTime>
  <Words>448</Words>
  <Application>Microsoft Office PowerPoint</Application>
  <PresentationFormat>On-screen Show (16:9)</PresentationFormat>
  <Paragraphs>10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Söhne</vt:lpstr>
      <vt:lpstr>Outfit</vt:lpstr>
      <vt:lpstr>Arial</vt:lpstr>
      <vt:lpstr>Lato</vt:lpstr>
      <vt:lpstr>Nunito Light</vt:lpstr>
      <vt:lpstr>Longitudinal Data Analysis - Master of Science in Biostatistics by Slidesgo</vt:lpstr>
      <vt:lpstr>Nasljeđivanje i polimorfizam</vt:lpstr>
      <vt:lpstr>PowerPoint Presentation</vt:lpstr>
      <vt:lpstr>PowerPoint Presentation</vt:lpstr>
      <vt:lpstr>PowerPoint Presentation</vt:lpstr>
      <vt:lpstr>PITANJA?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Objekno orijentirano programiranje ponavljanje</dc:title>
  <cp:lastModifiedBy>Stipe Kordic</cp:lastModifiedBy>
  <cp:revision>52</cp:revision>
  <dcterms:modified xsi:type="dcterms:W3CDTF">2024-05-09T13:54:06Z</dcterms:modified>
</cp:coreProperties>
</file>